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4"/>
    <p:sldMasterId id="2147483761" r:id="rId5"/>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usiness Metadata and Data Retention Training" id="{7CBF416C-080D-4EDE-9B51-1B45C73E49AF}">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388E97B-DDBE-A675-4607-D4FDAF822F50}" name="Galande, Darshana" initials="GD" userId="S::dgalande_deloitte.com#ext#@turner.onmicrosoft.com::f5e850f8-5da5-493d-8f61-9252a0af818c" providerId="AD"/>
  <p188:author id="{7361417C-7D06-210D-9BE0-5C52A09E3D5E}" name="Lee, Blake" initials="BL" userId="S::blake.lee@wbdcontractor.com::51913b15-e4cf-4f0a-bd5d-8aa35b2b8844" providerId="AD"/>
  <p188:author id="{C84440FE-1264-B72E-3BAC-B577A68443FE}" name="Galande, Darshana" initials="DG" userId="S::darshana.galande@wbdcontractor.com::3eb13bbb-6dfa-4a14-bd7d-34918331615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CFF"/>
    <a:srgbClr val="0022AF"/>
    <a:srgbClr val="0021B0"/>
    <a:srgbClr val="5229F2"/>
    <a:srgbClr val="846DF7"/>
    <a:srgbClr val="EBE6FE"/>
    <a:srgbClr val="45BCE8"/>
    <a:srgbClr val="015CFE"/>
    <a:srgbClr val="D6DCE5"/>
    <a:srgbClr val="A7DB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449727-9A31-BD47-9E75-8E087396D110}" v="2" dt="2026-07-02T13:07:09.885"/>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19"/>
    <p:restoredTop sz="94670"/>
  </p:normalViewPr>
  <p:slideViewPr>
    <p:cSldViewPr snapToGrid="0">
      <p:cViewPr varScale="1">
        <p:scale>
          <a:sx n="139" d="100"/>
          <a:sy n="139" d="100"/>
        </p:scale>
        <p:origin x="3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rley, Darian" userId="ee52f10a-aa47-4461-a1be-147b1b279a82" providerId="ADAL" clId="{E623CD9B-9AF4-5E9D-BFB9-63F5BBBB8DE6}"/>
    <pc:docChg chg="undo custSel modSld">
      <pc:chgData name="Worley, Darian" userId="ee52f10a-aa47-4461-a1be-147b1b279a82" providerId="ADAL" clId="{E623CD9B-9AF4-5E9D-BFB9-63F5BBBB8DE6}" dt="2026-07-02T20:49:49.636" v="80" actId="108"/>
      <pc:docMkLst>
        <pc:docMk/>
      </pc:docMkLst>
      <pc:sldChg chg="delSp modSp mod">
        <pc:chgData name="Worley, Darian" userId="ee52f10a-aa47-4461-a1be-147b1b279a82" providerId="ADAL" clId="{E623CD9B-9AF4-5E9D-BFB9-63F5BBBB8DE6}" dt="2026-07-02T13:07:37.969" v="23" actId="478"/>
        <pc:sldMkLst>
          <pc:docMk/>
          <pc:sldMk cId="0" sldId="256"/>
        </pc:sldMkLst>
        <pc:spChg chg="del">
          <ac:chgData name="Worley, Darian" userId="ee52f10a-aa47-4461-a1be-147b1b279a82" providerId="ADAL" clId="{E623CD9B-9AF4-5E9D-BFB9-63F5BBBB8DE6}" dt="2026-07-02T13:07:18.228" v="21" actId="478"/>
          <ac:spMkLst>
            <pc:docMk/>
            <pc:sldMk cId="0" sldId="256"/>
            <ac:spMk id="2" creationId="{00000000-0000-0000-0000-000000000000}"/>
          </ac:spMkLst>
        </pc:spChg>
        <pc:spChg chg="del">
          <ac:chgData name="Worley, Darian" userId="ee52f10a-aa47-4461-a1be-147b1b279a82" providerId="ADAL" clId="{E623CD9B-9AF4-5E9D-BFB9-63F5BBBB8DE6}" dt="2026-07-02T13:06:19.593" v="18" actId="478"/>
          <ac:spMkLst>
            <pc:docMk/>
            <pc:sldMk cId="0" sldId="256"/>
            <ac:spMk id="3" creationId="{00000000-0000-0000-0000-000000000000}"/>
          </ac:spMkLst>
        </pc:spChg>
        <pc:spChg chg="del">
          <ac:chgData name="Worley, Darian" userId="ee52f10a-aa47-4461-a1be-147b1b279a82" providerId="ADAL" clId="{E623CD9B-9AF4-5E9D-BFB9-63F5BBBB8DE6}" dt="2026-07-02T13:07:37.969" v="23" actId="478"/>
          <ac:spMkLst>
            <pc:docMk/>
            <pc:sldMk cId="0" sldId="256"/>
            <ac:spMk id="4" creationId="{00000000-0000-0000-0000-000000000000}"/>
          </ac:spMkLst>
        </pc:spChg>
        <pc:spChg chg="mod">
          <ac:chgData name="Worley, Darian" userId="ee52f10a-aa47-4461-a1be-147b1b279a82" providerId="ADAL" clId="{E623CD9B-9AF4-5E9D-BFB9-63F5BBBB8DE6}" dt="2026-07-02T13:07:26.732" v="22" actId="20577"/>
          <ac:spMkLst>
            <pc:docMk/>
            <pc:sldMk cId="0" sldId="256"/>
            <ac:spMk id="5" creationId="{00000000-0000-0000-0000-000000000000}"/>
          </ac:spMkLst>
        </pc:spChg>
      </pc:sldChg>
      <pc:sldChg chg="delSp mod">
        <pc:chgData name="Worley, Darian" userId="ee52f10a-aa47-4461-a1be-147b1b279a82" providerId="ADAL" clId="{E623CD9B-9AF4-5E9D-BFB9-63F5BBBB8DE6}" dt="2026-07-02T13:07:45.344" v="24" actId="478"/>
        <pc:sldMkLst>
          <pc:docMk/>
          <pc:sldMk cId="0" sldId="257"/>
        </pc:sldMkLst>
        <pc:spChg chg="del">
          <ac:chgData name="Worley, Darian" userId="ee52f10a-aa47-4461-a1be-147b1b279a82" providerId="ADAL" clId="{E623CD9B-9AF4-5E9D-BFB9-63F5BBBB8DE6}" dt="2026-07-02T13:07:45.344" v="24" actId="478"/>
          <ac:spMkLst>
            <pc:docMk/>
            <pc:sldMk cId="0" sldId="257"/>
            <ac:spMk id="20" creationId="{00000000-0000-0000-0000-000000000000}"/>
          </ac:spMkLst>
        </pc:spChg>
      </pc:sldChg>
      <pc:sldChg chg="delSp modSp mod">
        <pc:chgData name="Worley, Darian" userId="ee52f10a-aa47-4461-a1be-147b1b279a82" providerId="ADAL" clId="{E623CD9B-9AF4-5E9D-BFB9-63F5BBBB8DE6}" dt="2026-07-02T20:39:23.579" v="36" actId="108"/>
        <pc:sldMkLst>
          <pc:docMk/>
          <pc:sldMk cId="0" sldId="258"/>
        </pc:sldMkLst>
        <pc:spChg chg="mod">
          <ac:chgData name="Worley, Darian" userId="ee52f10a-aa47-4461-a1be-147b1b279a82" providerId="ADAL" clId="{E623CD9B-9AF4-5E9D-BFB9-63F5BBBB8DE6}" dt="2026-07-02T12:44:25.448" v="3" actId="20577"/>
          <ac:spMkLst>
            <pc:docMk/>
            <pc:sldMk cId="0" sldId="258"/>
            <ac:spMk id="3" creationId="{00000000-0000-0000-0000-000000000000}"/>
          </ac:spMkLst>
        </pc:spChg>
        <pc:spChg chg="mod">
          <ac:chgData name="Worley, Darian" userId="ee52f10a-aa47-4461-a1be-147b1b279a82" providerId="ADAL" clId="{E623CD9B-9AF4-5E9D-BFB9-63F5BBBB8DE6}" dt="2026-07-02T20:39:15.509" v="34" actId="108"/>
          <ac:spMkLst>
            <pc:docMk/>
            <pc:sldMk cId="0" sldId="258"/>
            <ac:spMk id="5" creationId="{00000000-0000-0000-0000-000000000000}"/>
          </ac:spMkLst>
        </pc:spChg>
        <pc:spChg chg="mod">
          <ac:chgData name="Worley, Darian" userId="ee52f10a-aa47-4461-a1be-147b1b279a82" providerId="ADAL" clId="{E623CD9B-9AF4-5E9D-BFB9-63F5BBBB8DE6}" dt="2026-07-02T20:39:19.269" v="35" actId="108"/>
          <ac:spMkLst>
            <pc:docMk/>
            <pc:sldMk cId="0" sldId="258"/>
            <ac:spMk id="6" creationId="{00000000-0000-0000-0000-000000000000}"/>
          </ac:spMkLst>
        </pc:spChg>
        <pc:spChg chg="mod">
          <ac:chgData name="Worley, Darian" userId="ee52f10a-aa47-4461-a1be-147b1b279a82" providerId="ADAL" clId="{E623CD9B-9AF4-5E9D-BFB9-63F5BBBB8DE6}" dt="2026-07-02T20:39:23.579" v="36" actId="108"/>
          <ac:spMkLst>
            <pc:docMk/>
            <pc:sldMk cId="0" sldId="258"/>
            <ac:spMk id="7" creationId="{00000000-0000-0000-0000-000000000000}"/>
          </ac:spMkLst>
        </pc:spChg>
        <pc:spChg chg="del">
          <ac:chgData name="Worley, Darian" userId="ee52f10a-aa47-4461-a1be-147b1b279a82" providerId="ADAL" clId="{E623CD9B-9AF4-5E9D-BFB9-63F5BBBB8DE6}" dt="2026-07-02T13:07:48.003" v="25" actId="478"/>
          <ac:spMkLst>
            <pc:docMk/>
            <pc:sldMk cId="0" sldId="258"/>
            <ac:spMk id="8" creationId="{00000000-0000-0000-0000-000000000000}"/>
          </ac:spMkLst>
        </pc:spChg>
      </pc:sldChg>
      <pc:sldChg chg="delSp modSp mod">
        <pc:chgData name="Worley, Darian" userId="ee52f10a-aa47-4461-a1be-147b1b279a82" providerId="ADAL" clId="{E623CD9B-9AF4-5E9D-BFB9-63F5BBBB8DE6}" dt="2026-07-02T20:49:49.636" v="80" actId="108"/>
        <pc:sldMkLst>
          <pc:docMk/>
          <pc:sldMk cId="0" sldId="259"/>
        </pc:sldMkLst>
        <pc:spChg chg="mod">
          <ac:chgData name="Worley, Darian" userId="ee52f10a-aa47-4461-a1be-147b1b279a82" providerId="ADAL" clId="{E623CD9B-9AF4-5E9D-BFB9-63F5BBBB8DE6}" dt="2026-07-02T20:49:41.443" v="77" actId="108"/>
          <ac:spMkLst>
            <pc:docMk/>
            <pc:sldMk cId="0" sldId="259"/>
            <ac:spMk id="5" creationId="{00000000-0000-0000-0000-000000000000}"/>
          </ac:spMkLst>
        </pc:spChg>
        <pc:spChg chg="mod">
          <ac:chgData name="Worley, Darian" userId="ee52f10a-aa47-4461-a1be-147b1b279a82" providerId="ADAL" clId="{E623CD9B-9AF4-5E9D-BFB9-63F5BBBB8DE6}" dt="2026-07-02T20:49:44.492" v="78" actId="108"/>
          <ac:spMkLst>
            <pc:docMk/>
            <pc:sldMk cId="0" sldId="259"/>
            <ac:spMk id="8" creationId="{00000000-0000-0000-0000-000000000000}"/>
          </ac:spMkLst>
        </pc:spChg>
        <pc:spChg chg="mod">
          <ac:chgData name="Worley, Darian" userId="ee52f10a-aa47-4461-a1be-147b1b279a82" providerId="ADAL" clId="{E623CD9B-9AF4-5E9D-BFB9-63F5BBBB8DE6}" dt="2026-07-02T20:49:47.204" v="79" actId="108"/>
          <ac:spMkLst>
            <pc:docMk/>
            <pc:sldMk cId="0" sldId="259"/>
            <ac:spMk id="11" creationId="{00000000-0000-0000-0000-000000000000}"/>
          </ac:spMkLst>
        </pc:spChg>
        <pc:spChg chg="mod">
          <ac:chgData name="Worley, Darian" userId="ee52f10a-aa47-4461-a1be-147b1b279a82" providerId="ADAL" clId="{E623CD9B-9AF4-5E9D-BFB9-63F5BBBB8DE6}" dt="2026-07-02T20:49:49.636" v="80" actId="108"/>
          <ac:spMkLst>
            <pc:docMk/>
            <pc:sldMk cId="0" sldId="259"/>
            <ac:spMk id="14" creationId="{00000000-0000-0000-0000-000000000000}"/>
          </ac:spMkLst>
        </pc:spChg>
        <pc:spChg chg="del">
          <ac:chgData name="Worley, Darian" userId="ee52f10a-aa47-4461-a1be-147b1b279a82" providerId="ADAL" clId="{E623CD9B-9AF4-5E9D-BFB9-63F5BBBB8DE6}" dt="2026-07-02T13:07:50.958" v="26" actId="478"/>
          <ac:spMkLst>
            <pc:docMk/>
            <pc:sldMk cId="0" sldId="259"/>
            <ac:spMk id="16" creationId="{00000000-0000-0000-0000-000000000000}"/>
          </ac:spMkLst>
        </pc:spChg>
      </pc:sldChg>
      <pc:sldChg chg="delSp modSp mod">
        <pc:chgData name="Worley, Darian" userId="ee52f10a-aa47-4461-a1be-147b1b279a82" providerId="ADAL" clId="{E623CD9B-9AF4-5E9D-BFB9-63F5BBBB8DE6}" dt="2026-07-02T20:41:49.478" v="48" actId="108"/>
        <pc:sldMkLst>
          <pc:docMk/>
          <pc:sldMk cId="0" sldId="260"/>
        </pc:sldMkLst>
        <pc:spChg chg="mod">
          <ac:chgData name="Worley, Darian" userId="ee52f10a-aa47-4461-a1be-147b1b279a82" providerId="ADAL" clId="{E623CD9B-9AF4-5E9D-BFB9-63F5BBBB8DE6}" dt="2026-07-02T20:39:35.390" v="37" actId="108"/>
          <ac:spMkLst>
            <pc:docMk/>
            <pc:sldMk cId="0" sldId="260"/>
            <ac:spMk id="5" creationId="{00000000-0000-0000-0000-000000000000}"/>
          </ac:spMkLst>
        </pc:spChg>
        <pc:spChg chg="mod">
          <ac:chgData name="Worley, Darian" userId="ee52f10a-aa47-4461-a1be-147b1b279a82" providerId="ADAL" clId="{E623CD9B-9AF4-5E9D-BFB9-63F5BBBB8DE6}" dt="2026-07-02T20:39:39.157" v="38" actId="108"/>
          <ac:spMkLst>
            <pc:docMk/>
            <pc:sldMk cId="0" sldId="260"/>
            <ac:spMk id="6" creationId="{00000000-0000-0000-0000-000000000000}"/>
          </ac:spMkLst>
        </pc:spChg>
        <pc:spChg chg="mod">
          <ac:chgData name="Worley, Darian" userId="ee52f10a-aa47-4461-a1be-147b1b279a82" providerId="ADAL" clId="{E623CD9B-9AF4-5E9D-BFB9-63F5BBBB8DE6}" dt="2026-07-02T20:41:14.445" v="39" actId="108"/>
          <ac:spMkLst>
            <pc:docMk/>
            <pc:sldMk cId="0" sldId="260"/>
            <ac:spMk id="7" creationId="{00000000-0000-0000-0000-000000000000}"/>
          </ac:spMkLst>
        </pc:spChg>
        <pc:spChg chg="mod">
          <ac:chgData name="Worley, Darian" userId="ee52f10a-aa47-4461-a1be-147b1b279a82" providerId="ADAL" clId="{E623CD9B-9AF4-5E9D-BFB9-63F5BBBB8DE6}" dt="2026-07-02T20:41:33.910" v="44" actId="108"/>
          <ac:spMkLst>
            <pc:docMk/>
            <pc:sldMk cId="0" sldId="260"/>
            <ac:spMk id="8" creationId="{00000000-0000-0000-0000-000000000000}"/>
          </ac:spMkLst>
        </pc:spChg>
        <pc:spChg chg="mod">
          <ac:chgData name="Worley, Darian" userId="ee52f10a-aa47-4461-a1be-147b1b279a82" providerId="ADAL" clId="{E623CD9B-9AF4-5E9D-BFB9-63F5BBBB8DE6}" dt="2026-07-02T20:41:37.937" v="45" actId="108"/>
          <ac:spMkLst>
            <pc:docMk/>
            <pc:sldMk cId="0" sldId="260"/>
            <ac:spMk id="9" creationId="{00000000-0000-0000-0000-000000000000}"/>
          </ac:spMkLst>
        </pc:spChg>
        <pc:spChg chg="mod">
          <ac:chgData name="Worley, Darian" userId="ee52f10a-aa47-4461-a1be-147b1b279a82" providerId="ADAL" clId="{E623CD9B-9AF4-5E9D-BFB9-63F5BBBB8DE6}" dt="2026-07-02T20:41:41.610" v="46" actId="108"/>
          <ac:spMkLst>
            <pc:docMk/>
            <pc:sldMk cId="0" sldId="260"/>
            <ac:spMk id="10" creationId="{00000000-0000-0000-0000-000000000000}"/>
          </ac:spMkLst>
        </pc:spChg>
        <pc:spChg chg="mod">
          <ac:chgData name="Worley, Darian" userId="ee52f10a-aa47-4461-a1be-147b1b279a82" providerId="ADAL" clId="{E623CD9B-9AF4-5E9D-BFB9-63F5BBBB8DE6}" dt="2026-07-02T20:41:44.872" v="47" actId="108"/>
          <ac:spMkLst>
            <pc:docMk/>
            <pc:sldMk cId="0" sldId="260"/>
            <ac:spMk id="11" creationId="{00000000-0000-0000-0000-000000000000}"/>
          </ac:spMkLst>
        </pc:spChg>
        <pc:spChg chg="mod">
          <ac:chgData name="Worley, Darian" userId="ee52f10a-aa47-4461-a1be-147b1b279a82" providerId="ADAL" clId="{E623CD9B-9AF4-5E9D-BFB9-63F5BBBB8DE6}" dt="2026-07-02T20:41:49.478" v="48" actId="108"/>
          <ac:spMkLst>
            <pc:docMk/>
            <pc:sldMk cId="0" sldId="260"/>
            <ac:spMk id="12" creationId="{00000000-0000-0000-0000-000000000000}"/>
          </ac:spMkLst>
        </pc:spChg>
        <pc:spChg chg="del">
          <ac:chgData name="Worley, Darian" userId="ee52f10a-aa47-4461-a1be-147b1b279a82" providerId="ADAL" clId="{E623CD9B-9AF4-5E9D-BFB9-63F5BBBB8DE6}" dt="2026-07-02T13:07:53.734" v="27" actId="478"/>
          <ac:spMkLst>
            <pc:docMk/>
            <pc:sldMk cId="0" sldId="260"/>
            <ac:spMk id="13" creationId="{00000000-0000-0000-0000-000000000000}"/>
          </ac:spMkLst>
        </pc:spChg>
      </pc:sldChg>
      <pc:sldChg chg="delSp mod">
        <pc:chgData name="Worley, Darian" userId="ee52f10a-aa47-4461-a1be-147b1b279a82" providerId="ADAL" clId="{E623CD9B-9AF4-5E9D-BFB9-63F5BBBB8DE6}" dt="2026-07-02T13:07:56.117" v="28" actId="478"/>
        <pc:sldMkLst>
          <pc:docMk/>
          <pc:sldMk cId="0" sldId="261"/>
        </pc:sldMkLst>
        <pc:spChg chg="del">
          <ac:chgData name="Worley, Darian" userId="ee52f10a-aa47-4461-a1be-147b1b279a82" providerId="ADAL" clId="{E623CD9B-9AF4-5E9D-BFB9-63F5BBBB8DE6}" dt="2026-07-02T13:07:56.117" v="28" actId="478"/>
          <ac:spMkLst>
            <pc:docMk/>
            <pc:sldMk cId="0" sldId="261"/>
            <ac:spMk id="40" creationId="{00000000-0000-0000-0000-000000000000}"/>
          </ac:spMkLst>
        </pc:spChg>
      </pc:sldChg>
      <pc:sldChg chg="delSp modSp mod">
        <pc:chgData name="Worley, Darian" userId="ee52f10a-aa47-4461-a1be-147b1b279a82" providerId="ADAL" clId="{E623CD9B-9AF4-5E9D-BFB9-63F5BBBB8DE6}" dt="2026-07-02T13:07:59.789" v="29" actId="478"/>
        <pc:sldMkLst>
          <pc:docMk/>
          <pc:sldMk cId="0" sldId="262"/>
        </pc:sldMkLst>
        <pc:spChg chg="mod">
          <ac:chgData name="Worley, Darian" userId="ee52f10a-aa47-4461-a1be-147b1b279a82" providerId="ADAL" clId="{E623CD9B-9AF4-5E9D-BFB9-63F5BBBB8DE6}" dt="2026-07-02T12:48:05.304" v="16" actId="33524"/>
          <ac:spMkLst>
            <pc:docMk/>
            <pc:sldMk cId="0" sldId="262"/>
            <ac:spMk id="9" creationId="{00000000-0000-0000-0000-000000000000}"/>
          </ac:spMkLst>
        </pc:spChg>
        <pc:spChg chg="del">
          <ac:chgData name="Worley, Darian" userId="ee52f10a-aa47-4461-a1be-147b1b279a82" providerId="ADAL" clId="{E623CD9B-9AF4-5E9D-BFB9-63F5BBBB8DE6}" dt="2026-07-02T13:07:59.789" v="29" actId="478"/>
          <ac:spMkLst>
            <pc:docMk/>
            <pc:sldMk cId="0" sldId="262"/>
            <ac:spMk id="19" creationId="{00000000-0000-0000-0000-000000000000}"/>
          </ac:spMkLst>
        </pc:spChg>
      </pc:sldChg>
      <pc:sldChg chg="delSp mod">
        <pc:chgData name="Worley, Darian" userId="ee52f10a-aa47-4461-a1be-147b1b279a82" providerId="ADAL" clId="{E623CD9B-9AF4-5E9D-BFB9-63F5BBBB8DE6}" dt="2026-07-02T13:08:02.965" v="30" actId="478"/>
        <pc:sldMkLst>
          <pc:docMk/>
          <pc:sldMk cId="0" sldId="263"/>
        </pc:sldMkLst>
        <pc:spChg chg="del">
          <ac:chgData name="Worley, Darian" userId="ee52f10a-aa47-4461-a1be-147b1b279a82" providerId="ADAL" clId="{E623CD9B-9AF4-5E9D-BFB9-63F5BBBB8DE6}" dt="2026-07-02T13:08:02.965" v="30" actId="478"/>
          <ac:spMkLst>
            <pc:docMk/>
            <pc:sldMk cId="0" sldId="263"/>
            <ac:spMk id="24" creationId="{00000000-0000-0000-0000-000000000000}"/>
          </ac:spMkLst>
        </pc:spChg>
      </pc:sldChg>
      <pc:sldChg chg="delSp modSp mod">
        <pc:chgData name="Worley, Darian" userId="ee52f10a-aa47-4461-a1be-147b1b279a82" providerId="ADAL" clId="{E623CD9B-9AF4-5E9D-BFB9-63F5BBBB8DE6}" dt="2026-07-02T20:48:50.010" v="73" actId="20577"/>
        <pc:sldMkLst>
          <pc:docMk/>
          <pc:sldMk cId="0" sldId="264"/>
        </pc:sldMkLst>
        <pc:spChg chg="mod">
          <ac:chgData name="Worley, Darian" userId="ee52f10a-aa47-4461-a1be-147b1b279a82" providerId="ADAL" clId="{E623CD9B-9AF4-5E9D-BFB9-63F5BBBB8DE6}" dt="2026-07-02T20:48:13.368" v="69" actId="20577"/>
          <ac:spMkLst>
            <pc:docMk/>
            <pc:sldMk cId="0" sldId="264"/>
            <ac:spMk id="4" creationId="{00000000-0000-0000-0000-000000000000}"/>
          </ac:spMkLst>
        </pc:spChg>
        <pc:spChg chg="mod">
          <ac:chgData name="Worley, Darian" userId="ee52f10a-aa47-4461-a1be-147b1b279a82" providerId="ADAL" clId="{E623CD9B-9AF4-5E9D-BFB9-63F5BBBB8DE6}" dt="2026-07-02T20:48:50.010" v="73" actId="20577"/>
          <ac:spMkLst>
            <pc:docMk/>
            <pc:sldMk cId="0" sldId="264"/>
            <ac:spMk id="5" creationId="{00000000-0000-0000-0000-000000000000}"/>
          </ac:spMkLst>
        </pc:spChg>
        <pc:spChg chg="del">
          <ac:chgData name="Worley, Darian" userId="ee52f10a-aa47-4461-a1be-147b1b279a82" providerId="ADAL" clId="{E623CD9B-9AF4-5E9D-BFB9-63F5BBBB8DE6}" dt="2026-07-02T13:08:06.359" v="31" actId="478"/>
          <ac:spMkLst>
            <pc:docMk/>
            <pc:sldMk cId="0" sldId="264"/>
            <ac:spMk id="8" creationId="{00000000-0000-0000-0000-000000000000}"/>
          </ac:spMkLst>
        </pc:spChg>
      </pc:sldChg>
      <pc:sldChg chg="delSp modSp mod">
        <pc:chgData name="Worley, Darian" userId="ee52f10a-aa47-4461-a1be-147b1b279a82" providerId="ADAL" clId="{E623CD9B-9AF4-5E9D-BFB9-63F5BBBB8DE6}" dt="2026-07-02T20:49:16.101" v="76" actId="207"/>
        <pc:sldMkLst>
          <pc:docMk/>
          <pc:sldMk cId="0" sldId="265"/>
        </pc:sldMkLst>
        <pc:spChg chg="mod">
          <ac:chgData name="Worley, Darian" userId="ee52f10a-aa47-4461-a1be-147b1b279a82" providerId="ADAL" clId="{E623CD9B-9AF4-5E9D-BFB9-63F5BBBB8DE6}" dt="2026-07-02T20:49:10.128" v="74" actId="207"/>
          <ac:spMkLst>
            <pc:docMk/>
            <pc:sldMk cId="0" sldId="265"/>
            <ac:spMk id="5" creationId="{00000000-0000-0000-0000-000000000000}"/>
          </ac:spMkLst>
        </pc:spChg>
        <pc:spChg chg="mod">
          <ac:chgData name="Worley, Darian" userId="ee52f10a-aa47-4461-a1be-147b1b279a82" providerId="ADAL" clId="{E623CD9B-9AF4-5E9D-BFB9-63F5BBBB8DE6}" dt="2026-07-02T20:49:13.229" v="75" actId="207"/>
          <ac:spMkLst>
            <pc:docMk/>
            <pc:sldMk cId="0" sldId="265"/>
            <ac:spMk id="6" creationId="{00000000-0000-0000-0000-000000000000}"/>
          </ac:spMkLst>
        </pc:spChg>
        <pc:spChg chg="mod">
          <ac:chgData name="Worley, Darian" userId="ee52f10a-aa47-4461-a1be-147b1b279a82" providerId="ADAL" clId="{E623CD9B-9AF4-5E9D-BFB9-63F5BBBB8DE6}" dt="2026-07-02T20:49:16.101" v="76" actId="207"/>
          <ac:spMkLst>
            <pc:docMk/>
            <pc:sldMk cId="0" sldId="265"/>
            <ac:spMk id="7" creationId="{00000000-0000-0000-0000-000000000000}"/>
          </ac:spMkLst>
        </pc:spChg>
        <pc:spChg chg="del">
          <ac:chgData name="Worley, Darian" userId="ee52f10a-aa47-4461-a1be-147b1b279a82" providerId="ADAL" clId="{E623CD9B-9AF4-5E9D-BFB9-63F5BBBB8DE6}" dt="2026-07-02T13:08:10.517" v="32" actId="478"/>
          <ac:spMkLst>
            <pc:docMk/>
            <pc:sldMk cId="0" sldId="265"/>
            <ac:spMk id="11" creationId="{00000000-0000-0000-0000-000000000000}"/>
          </ac:spMkLst>
        </pc:spChg>
      </pc:sldChg>
      <pc:sldChg chg="delSp modSp mod">
        <pc:chgData name="Worley, Darian" userId="ee52f10a-aa47-4461-a1be-147b1b279a82" providerId="ADAL" clId="{E623CD9B-9AF4-5E9D-BFB9-63F5BBBB8DE6}" dt="2026-07-02T20:43:20.455" v="57" actId="108"/>
        <pc:sldMkLst>
          <pc:docMk/>
          <pc:sldMk cId="0" sldId="266"/>
        </pc:sldMkLst>
        <pc:spChg chg="mod">
          <ac:chgData name="Worley, Darian" userId="ee52f10a-aa47-4461-a1be-147b1b279a82" providerId="ADAL" clId="{E623CD9B-9AF4-5E9D-BFB9-63F5BBBB8DE6}" dt="2026-07-02T20:42:43.462" v="49" actId="108"/>
          <ac:spMkLst>
            <pc:docMk/>
            <pc:sldMk cId="0" sldId="266"/>
            <ac:spMk id="8" creationId="{00000000-0000-0000-0000-000000000000}"/>
          </ac:spMkLst>
        </pc:spChg>
        <pc:spChg chg="mod">
          <ac:chgData name="Worley, Darian" userId="ee52f10a-aa47-4461-a1be-147b1b279a82" providerId="ADAL" clId="{E623CD9B-9AF4-5E9D-BFB9-63F5BBBB8DE6}" dt="2026-07-02T20:43:16.648" v="56" actId="108"/>
          <ac:spMkLst>
            <pc:docMk/>
            <pc:sldMk cId="0" sldId="266"/>
            <ac:spMk id="10" creationId="{00000000-0000-0000-0000-000000000000}"/>
          </ac:spMkLst>
        </pc:spChg>
        <pc:spChg chg="mod">
          <ac:chgData name="Worley, Darian" userId="ee52f10a-aa47-4461-a1be-147b1b279a82" providerId="ADAL" clId="{E623CD9B-9AF4-5E9D-BFB9-63F5BBBB8DE6}" dt="2026-07-02T20:43:20.455" v="57" actId="108"/>
          <ac:spMkLst>
            <pc:docMk/>
            <pc:sldMk cId="0" sldId="266"/>
            <ac:spMk id="11" creationId="{00000000-0000-0000-0000-000000000000}"/>
          </ac:spMkLst>
        </pc:spChg>
        <pc:spChg chg="mod">
          <ac:chgData name="Worley, Darian" userId="ee52f10a-aa47-4461-a1be-147b1b279a82" providerId="ADAL" clId="{E623CD9B-9AF4-5E9D-BFB9-63F5BBBB8DE6}" dt="2026-07-02T20:42:56.736" v="52" actId="108"/>
          <ac:spMkLst>
            <pc:docMk/>
            <pc:sldMk cId="0" sldId="266"/>
            <ac:spMk id="14" creationId="{00000000-0000-0000-0000-000000000000}"/>
          </ac:spMkLst>
        </pc:spChg>
        <pc:spChg chg="mod">
          <ac:chgData name="Worley, Darian" userId="ee52f10a-aa47-4461-a1be-147b1b279a82" providerId="ADAL" clId="{E623CD9B-9AF4-5E9D-BFB9-63F5BBBB8DE6}" dt="2026-07-02T20:43:03.518" v="54" actId="108"/>
          <ac:spMkLst>
            <pc:docMk/>
            <pc:sldMk cId="0" sldId="266"/>
            <ac:spMk id="17" creationId="{00000000-0000-0000-0000-000000000000}"/>
          </ac:spMkLst>
        </pc:spChg>
        <pc:spChg chg="mod">
          <ac:chgData name="Worley, Darian" userId="ee52f10a-aa47-4461-a1be-147b1b279a82" providerId="ADAL" clId="{E623CD9B-9AF4-5E9D-BFB9-63F5BBBB8DE6}" dt="2026-07-02T20:43:00.289" v="53" actId="108"/>
          <ac:spMkLst>
            <pc:docMk/>
            <pc:sldMk cId="0" sldId="266"/>
            <ac:spMk id="20" creationId="{00000000-0000-0000-0000-000000000000}"/>
          </ac:spMkLst>
        </pc:spChg>
        <pc:spChg chg="mod">
          <ac:chgData name="Worley, Darian" userId="ee52f10a-aa47-4461-a1be-147b1b279a82" providerId="ADAL" clId="{E623CD9B-9AF4-5E9D-BFB9-63F5BBBB8DE6}" dt="2026-07-02T12:48:57.480" v="17" actId="33524"/>
          <ac:spMkLst>
            <pc:docMk/>
            <pc:sldMk cId="0" sldId="266"/>
            <ac:spMk id="21" creationId="{00000000-0000-0000-0000-000000000000}"/>
          </ac:spMkLst>
        </pc:spChg>
        <pc:spChg chg="del">
          <ac:chgData name="Worley, Darian" userId="ee52f10a-aa47-4461-a1be-147b1b279a82" providerId="ADAL" clId="{E623CD9B-9AF4-5E9D-BFB9-63F5BBBB8DE6}" dt="2026-07-02T13:08:13.422" v="33" actId="478"/>
          <ac:spMkLst>
            <pc:docMk/>
            <pc:sldMk cId="0" sldId="266"/>
            <ac:spMk id="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BEF4D-9889-4B43-BAE9-79717946FBDF}" type="datetimeFigureOut">
              <a:rPr lang="en-US" smtClean="0"/>
              <a:t>7/2/26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A7067-77A6-4751-80EE-363642553100}" type="slidenum">
              <a:rPr lang="en-US" smtClean="0"/>
              <a:t>‹#›</a:t>
            </a:fld>
            <a:endParaRPr lang="en-US"/>
          </a:p>
        </p:txBody>
      </p:sp>
    </p:spTree>
    <p:extLst>
      <p:ext uri="{BB962C8B-B14F-4D97-AF65-F5344CB8AC3E}">
        <p14:creationId xmlns:p14="http://schemas.microsoft.com/office/powerpoint/2010/main" val="3640314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4.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8.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8.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8.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8.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8.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14.pn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18.pn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18.pn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18.pn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18.pn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18.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_Ttl, Sub, Co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33E9F5-F6A9-4E3B-89A7-5743D997E298}"/>
              </a:ext>
            </a:extLst>
          </p:cNvPr>
          <p:cNvPicPr>
            <a:picLocks noChangeAspect="1"/>
          </p:cNvPicPr>
          <p:nvPr userDrawn="1"/>
        </p:nvPicPr>
        <p:blipFill>
          <a:blip r:embed="rId2"/>
          <a:stretch>
            <a:fillRect/>
          </a:stretch>
        </p:blipFill>
        <p:spPr>
          <a:xfrm>
            <a:off x="0" y="6565392"/>
            <a:ext cx="12192000" cy="292608"/>
          </a:xfrm>
          <a:prstGeom prst="rect">
            <a:avLst/>
          </a:prstGeom>
        </p:spPr>
      </p:pic>
      <p:pic>
        <p:nvPicPr>
          <p:cNvPr id="16" name="WBD logo">
            <a:extLst>
              <a:ext uri="{FF2B5EF4-FFF2-40B4-BE49-F238E27FC236}">
                <a16:creationId xmlns:a16="http://schemas.microsoft.com/office/drawing/2014/main" id="{119C9DB5-9C42-416B-A454-F86F8677991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
        <p:nvSpPr>
          <p:cNvPr id="8" name="Content Placeholder 7">
            <a:extLst>
              <a:ext uri="{FF2B5EF4-FFF2-40B4-BE49-F238E27FC236}">
                <a16:creationId xmlns:a16="http://schemas.microsoft.com/office/drawing/2014/main" id="{0D6A6485-6D67-4521-A534-EF91E9102462}"/>
              </a:ext>
            </a:extLst>
          </p:cNvPr>
          <p:cNvSpPr>
            <a:spLocks noGrp="1"/>
          </p:cNvSpPr>
          <p:nvPr>
            <p:ph sz="quarter" idx="16"/>
          </p:nvPr>
        </p:nvSpPr>
        <p:spPr>
          <a:xfrm>
            <a:off x="457200" y="1563624"/>
            <a:ext cx="11277600"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11274552" cy="585216"/>
          </a:xfrm>
        </p:spPr>
        <p:txBody>
          <a:bodyPr/>
          <a:lstStyle>
            <a:lvl1pPr>
              <a:defRPr/>
            </a:lvl1p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457200" y="6356350"/>
            <a:ext cx="932688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0" name="Text Placeholder 9">
            <a:extLst>
              <a:ext uri="{FF2B5EF4-FFF2-40B4-BE49-F238E27FC236}">
                <a16:creationId xmlns:a16="http://schemas.microsoft.com/office/drawing/2014/main" id="{1421D591-E443-46CA-8936-98A3F7FF5EDA}"/>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Tree>
    <p:extLst>
      <p:ext uri="{BB962C8B-B14F-4D97-AF65-F5344CB8AC3E}">
        <p14:creationId xmlns:p14="http://schemas.microsoft.com/office/powerpoint/2010/main" val="1447662560"/>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_Ttl, Sub">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765EDE-79D3-4148-9613-7C8DD9D66727}"/>
              </a:ext>
            </a:extLst>
          </p:cNvPr>
          <p:cNvPicPr>
            <a:picLocks noChangeAspect="1"/>
          </p:cNvPicPr>
          <p:nvPr userDrawn="1"/>
        </p:nvPicPr>
        <p:blipFill>
          <a:blip r:embed="rId2"/>
          <a:stretch>
            <a:fillRect/>
          </a:stretch>
        </p:blipFill>
        <p:spPr>
          <a:xfrm>
            <a:off x="0" y="6565392"/>
            <a:ext cx="12192000" cy="292608"/>
          </a:xfrm>
          <a:prstGeom prst="rect">
            <a:avLst/>
          </a:prstGeom>
        </p:spPr>
      </p:pic>
      <p:pic>
        <p:nvPicPr>
          <p:cNvPr id="15" name="WBD logo">
            <a:extLst>
              <a:ext uri="{FF2B5EF4-FFF2-40B4-BE49-F238E27FC236}">
                <a16:creationId xmlns:a16="http://schemas.microsoft.com/office/drawing/2014/main" id="{842FF608-CCA1-4FF0-8CDB-E099620DE07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1127455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2" name="Text Placeholder 9">
            <a:extLst>
              <a:ext uri="{FF2B5EF4-FFF2-40B4-BE49-F238E27FC236}">
                <a16:creationId xmlns:a16="http://schemas.microsoft.com/office/drawing/2014/main" id="{BFEB9759-6F0E-4D2A-BD8F-B3EB09D4C250}"/>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Tree>
    <p:extLst>
      <p:ext uri="{BB962C8B-B14F-4D97-AF65-F5344CB8AC3E}">
        <p14:creationId xmlns:p14="http://schemas.microsoft.com/office/powerpoint/2010/main" val="2289861819"/>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_Ttl, Sub, 2 Co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2A5DE75-FA93-4594-BBB6-9200C715B512}"/>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18" name="Content Placeholder 17">
            <a:extLst>
              <a:ext uri="{FF2B5EF4-FFF2-40B4-BE49-F238E27FC236}">
                <a16:creationId xmlns:a16="http://schemas.microsoft.com/office/drawing/2014/main" id="{D6A1CDB1-0007-4029-B12E-9495271D56C2}"/>
              </a:ext>
            </a:extLst>
          </p:cNvPr>
          <p:cNvSpPr>
            <a:spLocks noGrp="1"/>
          </p:cNvSpPr>
          <p:nvPr>
            <p:ph sz="quarter" idx="19"/>
          </p:nvPr>
        </p:nvSpPr>
        <p:spPr>
          <a:xfrm>
            <a:off x="6261100" y="1562100"/>
            <a:ext cx="5473700" cy="44561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149EA1-FD5B-4293-9289-53BEAF9C79EC}"/>
              </a:ext>
            </a:extLst>
          </p:cNvPr>
          <p:cNvSpPr>
            <a:spLocks noGrp="1"/>
          </p:cNvSpPr>
          <p:nvPr>
            <p:ph sz="quarter" idx="18"/>
          </p:nvPr>
        </p:nvSpPr>
        <p:spPr>
          <a:xfrm>
            <a:off x="457200" y="1562100"/>
            <a:ext cx="5467350" cy="44958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1" name="Text Placeholder 9">
            <a:extLst>
              <a:ext uri="{FF2B5EF4-FFF2-40B4-BE49-F238E27FC236}">
                <a16:creationId xmlns:a16="http://schemas.microsoft.com/office/drawing/2014/main" id="{82D19E25-4C70-423A-ADD5-1F0E2701D7B2}"/>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2" name="WBD logo">
            <a:extLst>
              <a:ext uri="{FF2B5EF4-FFF2-40B4-BE49-F238E27FC236}">
                <a16:creationId xmlns:a16="http://schemas.microsoft.com/office/drawing/2014/main" id="{C68DCBFA-84FD-4885-B301-923CAED91E8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85145643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_Ttl, Sub, 3 Co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90A0F40-45E4-42F3-AD5B-83898D2A0F1C}"/>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23" name="Content Placeholder 22">
            <a:extLst>
              <a:ext uri="{FF2B5EF4-FFF2-40B4-BE49-F238E27FC236}">
                <a16:creationId xmlns:a16="http://schemas.microsoft.com/office/drawing/2014/main" id="{E495E7BD-E397-4F74-9334-E3FE87F45113}"/>
              </a:ext>
            </a:extLst>
          </p:cNvPr>
          <p:cNvSpPr>
            <a:spLocks noGrp="1"/>
          </p:cNvSpPr>
          <p:nvPr>
            <p:ph sz="quarter" idx="22"/>
          </p:nvPr>
        </p:nvSpPr>
        <p:spPr>
          <a:xfrm>
            <a:off x="8110538" y="1562100"/>
            <a:ext cx="3624262" cy="44958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69823157-59AA-408D-B173-3362D32206C7}"/>
              </a:ext>
            </a:extLst>
          </p:cNvPr>
          <p:cNvSpPr>
            <a:spLocks noGrp="1"/>
          </p:cNvSpPr>
          <p:nvPr>
            <p:ph sz="quarter" idx="21"/>
          </p:nvPr>
        </p:nvSpPr>
        <p:spPr>
          <a:xfrm>
            <a:off x="4284663" y="1562100"/>
            <a:ext cx="3621087" cy="44958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EB12188B-08BB-4731-A32B-0B10FD7A1FD7}"/>
              </a:ext>
            </a:extLst>
          </p:cNvPr>
          <p:cNvSpPr>
            <a:spLocks noGrp="1"/>
          </p:cNvSpPr>
          <p:nvPr>
            <p:ph sz="quarter" idx="20"/>
          </p:nvPr>
        </p:nvSpPr>
        <p:spPr>
          <a:xfrm>
            <a:off x="457200" y="1562100"/>
            <a:ext cx="3621088" cy="44958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11274552" cy="585216"/>
          </a:xfrm>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2" name="Text Placeholder 9">
            <a:extLst>
              <a:ext uri="{FF2B5EF4-FFF2-40B4-BE49-F238E27FC236}">
                <a16:creationId xmlns:a16="http://schemas.microsoft.com/office/drawing/2014/main" id="{A0537041-956A-44AF-9E50-FBF1BDFDBE0C}"/>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3" name="WBD logo">
            <a:extLst>
              <a:ext uri="{FF2B5EF4-FFF2-40B4-BE49-F238E27FC236}">
                <a16:creationId xmlns:a16="http://schemas.microsoft.com/office/drawing/2014/main" id="{56BA6CC5-7D20-4E62-8165-E8E327E0846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162803953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_Blank, logo">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8B3BB8-E28B-4521-8E3B-CA02221F16D2}"/>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3" name="Footer Placeholder 2">
            <a:extLst>
              <a:ext uri="{FF2B5EF4-FFF2-40B4-BE49-F238E27FC236}">
                <a16:creationId xmlns:a16="http://schemas.microsoft.com/office/drawing/2014/main" id="{95C6F8C3-41A3-4B07-A458-E55CF7CB91B2}"/>
              </a:ext>
            </a:extLst>
          </p:cNvPr>
          <p:cNvSpPr>
            <a:spLocks noGrp="1"/>
          </p:cNvSpPr>
          <p:nvPr>
            <p:ph type="ftr" sz="quarter" idx="10"/>
          </p:nvPr>
        </p:nvSpPr>
        <p:spPr/>
        <p:txBody>
          <a:bodyPr/>
          <a:lstStyle>
            <a:lvl1pPr>
              <a:defRPr>
                <a:latin typeface="+mn-lt"/>
              </a:defRPr>
            </a:lvl1pPr>
          </a:lstStyle>
          <a:p>
            <a:endParaRPr lang="en-US"/>
          </a:p>
        </p:txBody>
      </p:sp>
      <p:sp>
        <p:nvSpPr>
          <p:cNvPr id="4" name="Slide Number Placeholder 3">
            <a:extLst>
              <a:ext uri="{FF2B5EF4-FFF2-40B4-BE49-F238E27FC236}">
                <a16:creationId xmlns:a16="http://schemas.microsoft.com/office/drawing/2014/main" id="{5787E514-2C10-4E8F-9ADE-B67E4818C592}"/>
              </a:ext>
            </a:extLst>
          </p:cNvPr>
          <p:cNvSpPr>
            <a:spLocks noGrp="1"/>
          </p:cNvSpPr>
          <p:nvPr>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pic>
        <p:nvPicPr>
          <p:cNvPr id="7" name="WBD logo">
            <a:extLst>
              <a:ext uri="{FF2B5EF4-FFF2-40B4-BE49-F238E27FC236}">
                <a16:creationId xmlns:a16="http://schemas.microsoft.com/office/drawing/2014/main" id="{7B4BCD23-51B2-4EF4-89FF-6B3CF8DA477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104884774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_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9AF0B7-F5D0-44B4-A0E7-0B81BC51957C}"/>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3" name="Footer Placeholder 2">
            <a:extLst>
              <a:ext uri="{FF2B5EF4-FFF2-40B4-BE49-F238E27FC236}">
                <a16:creationId xmlns:a16="http://schemas.microsoft.com/office/drawing/2014/main" id="{95C6F8C3-41A3-4B07-A458-E55CF7CB91B2}"/>
              </a:ext>
            </a:extLst>
          </p:cNvPr>
          <p:cNvSpPr>
            <a:spLocks noGrp="1"/>
          </p:cNvSpPr>
          <p:nvPr>
            <p:ph type="ftr" sz="quarter" idx="10"/>
          </p:nvPr>
        </p:nvSpPr>
        <p:spPr/>
        <p:txBody>
          <a:bodyPr/>
          <a:lstStyle>
            <a:lvl1pPr>
              <a:defRPr>
                <a:latin typeface="+mn-lt"/>
              </a:defRPr>
            </a:lvl1pPr>
          </a:lstStyle>
          <a:p>
            <a:endParaRPr lang="en-US"/>
          </a:p>
        </p:txBody>
      </p:sp>
      <p:sp>
        <p:nvSpPr>
          <p:cNvPr id="4" name="Slide Number Placeholder 3">
            <a:extLst>
              <a:ext uri="{FF2B5EF4-FFF2-40B4-BE49-F238E27FC236}">
                <a16:creationId xmlns:a16="http://schemas.microsoft.com/office/drawing/2014/main" id="{5787E514-2C10-4E8F-9ADE-B67E4818C592}"/>
              </a:ext>
            </a:extLst>
          </p:cNvPr>
          <p:cNvSpPr>
            <a:spLocks noGrp="1"/>
          </p:cNvSpPr>
          <p:nvPr>
            <p:ph type="sldNum" sz="quarter" idx="11"/>
          </p:nvPr>
        </p:nvSpPr>
        <p:spPr>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Tree>
    <p:extLst>
      <p:ext uri="{BB962C8B-B14F-4D97-AF65-F5344CB8AC3E}">
        <p14:creationId xmlns:p14="http://schemas.microsoft.com/office/powerpoint/2010/main" val="34609820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_Blank_No_Art_Bar">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5C6F8C3-41A3-4B07-A458-E55CF7CB91B2}"/>
              </a:ext>
            </a:extLst>
          </p:cNvPr>
          <p:cNvSpPr>
            <a:spLocks noGrp="1"/>
          </p:cNvSpPr>
          <p:nvPr>
            <p:ph type="ftr" sz="quarter" idx="10"/>
          </p:nvPr>
        </p:nvSpPr>
        <p:spPr/>
        <p:txBody>
          <a:bodyPr/>
          <a:lstStyle>
            <a:lvl1pPr>
              <a:defRPr>
                <a:latin typeface="+mn-lt"/>
              </a:defRPr>
            </a:lvl1pPr>
          </a:lstStyle>
          <a:p>
            <a:endParaRPr lang="en-US"/>
          </a:p>
        </p:txBody>
      </p:sp>
      <p:sp>
        <p:nvSpPr>
          <p:cNvPr id="4" name="Slide Number Placeholder 3">
            <a:extLst>
              <a:ext uri="{FF2B5EF4-FFF2-40B4-BE49-F238E27FC236}">
                <a16:creationId xmlns:a16="http://schemas.microsoft.com/office/drawing/2014/main" id="{5787E514-2C10-4E8F-9ADE-B67E4818C592}"/>
              </a:ext>
            </a:extLst>
          </p:cNvPr>
          <p:cNvSpPr>
            <a:spLocks noGrp="1"/>
          </p:cNvSpPr>
          <p:nvPr>
            <p:ph type="sldNum" sz="quarter" idx="11"/>
          </p:nvPr>
        </p:nvSpPr>
        <p:spPr>
          <a:noFill/>
          <a:ln>
            <a:noFill/>
          </a:ln>
        </p:spPr>
        <p:txBody>
          <a:bodyPr spcFirstLastPara="1" wrap="square" lIns="0" tIns="0" rIns="27425" bIns="0" anchor="b" anchorCtr="0">
            <a:noAutofit/>
          </a:bodyPr>
          <a:lstStyle>
            <a:lvl1pPr>
              <a:defRPr lang="en-US" smtClean="0">
                <a:solidFill>
                  <a:srgbClr val="4E4E4E"/>
                </a:solidFill>
              </a:defRPr>
            </a:lvl1pPr>
          </a:lstStyle>
          <a:p>
            <a:fld id="{9AF9DD18-3807-4C48-970A-157A842E3EBB}" type="slidenum">
              <a:rPr lang="en-US" smtClean="0"/>
              <a:pPr/>
              <a:t>‹#›</a:t>
            </a:fld>
            <a:endParaRPr lang="en-US"/>
          </a:p>
        </p:txBody>
      </p:sp>
    </p:spTree>
    <p:extLst>
      <p:ext uri="{BB962C8B-B14F-4D97-AF65-F5344CB8AC3E}">
        <p14:creationId xmlns:p14="http://schemas.microsoft.com/office/powerpoint/2010/main" val="206875176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_Ttl, Sub, Cont_Tkwy">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734E3CE-3591-42E4-B0CF-C035D14D18CC}"/>
              </a:ext>
            </a:extLst>
          </p:cNvPr>
          <p:cNvPicPr>
            <a:picLocks noChangeAspect="1"/>
          </p:cNvPicPr>
          <p:nvPr userDrawn="1"/>
        </p:nvPicPr>
        <p:blipFill>
          <a:blip r:embed="rId2"/>
          <a:stretch>
            <a:fillRect/>
          </a:stretch>
        </p:blipFill>
        <p:spPr>
          <a:xfrm>
            <a:off x="0" y="6565392"/>
            <a:ext cx="12192000" cy="292608"/>
          </a:xfrm>
          <a:prstGeom prst="rect">
            <a:avLst/>
          </a:prstGeom>
        </p:spPr>
      </p:pic>
      <p:pic>
        <p:nvPicPr>
          <p:cNvPr id="8" name="Takeaway box png">
            <a:extLst>
              <a:ext uri="{FF2B5EF4-FFF2-40B4-BE49-F238E27FC236}">
                <a16:creationId xmlns:a16="http://schemas.microsoft.com/office/drawing/2014/main" id="{251C8858-2AA4-4B07-8A7E-77CBCB6B8206}"/>
              </a:ext>
            </a:extLst>
          </p:cNvPr>
          <p:cNvPicPr>
            <a:picLocks noChangeAspect="1"/>
          </p:cNvPicPr>
          <p:nvPr userDrawn="1"/>
        </p:nvPicPr>
        <p:blipFill>
          <a:blip r:embed="rId3"/>
          <a:stretch>
            <a:fillRect/>
          </a:stretch>
        </p:blipFill>
        <p:spPr>
          <a:xfrm>
            <a:off x="450614" y="5527450"/>
            <a:ext cx="11290771" cy="597460"/>
          </a:xfrm>
          <a:prstGeom prst="rect">
            <a:avLst/>
          </a:prstGeom>
        </p:spPr>
      </p:pic>
      <p:sp>
        <p:nvSpPr>
          <p:cNvPr id="18" name="Content Placeholder 17">
            <a:extLst>
              <a:ext uri="{FF2B5EF4-FFF2-40B4-BE49-F238E27FC236}">
                <a16:creationId xmlns:a16="http://schemas.microsoft.com/office/drawing/2014/main" id="{DEBE4283-D4FA-4DA2-B6A1-F9222602258A}"/>
              </a:ext>
            </a:extLst>
          </p:cNvPr>
          <p:cNvSpPr>
            <a:spLocks noGrp="1"/>
          </p:cNvSpPr>
          <p:nvPr>
            <p:ph sz="quarter" idx="17"/>
          </p:nvPr>
        </p:nvSpPr>
        <p:spPr>
          <a:xfrm>
            <a:off x="457200" y="1562100"/>
            <a:ext cx="11272838" cy="38687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2" name="Takeaway Text">
            <a:extLst>
              <a:ext uri="{FF2B5EF4-FFF2-40B4-BE49-F238E27FC236}">
                <a16:creationId xmlns:a16="http://schemas.microsoft.com/office/drawing/2014/main" id="{10D8BEB7-0478-40FC-B35B-FE2BAF9BD279}"/>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sp>
        <p:nvSpPr>
          <p:cNvPr id="14" name="Text Placeholder 9">
            <a:extLst>
              <a:ext uri="{FF2B5EF4-FFF2-40B4-BE49-F238E27FC236}">
                <a16:creationId xmlns:a16="http://schemas.microsoft.com/office/drawing/2014/main" id="{8C2728A4-E9B5-4B0C-A9AD-851F9CCBEF9E}"/>
              </a:ext>
            </a:extLst>
          </p:cNvPr>
          <p:cNvSpPr>
            <a:spLocks noGrp="1"/>
          </p:cNvSpPr>
          <p:nvPr>
            <p:ph type="body" sz="quarter" idx="18"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1" name="WBD logo">
            <a:extLst>
              <a:ext uri="{FF2B5EF4-FFF2-40B4-BE49-F238E27FC236}">
                <a16:creationId xmlns:a16="http://schemas.microsoft.com/office/drawing/2014/main" id="{E8AAC31C-2D9C-4E7D-814D-EDDED4B3356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1934844261"/>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_Ttl, Sub, 2 Cont_Tkwy">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EF47C55-E897-49C0-ABA4-A5AC678C0053}"/>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4" name="Content Placeholder 3">
            <a:extLst>
              <a:ext uri="{FF2B5EF4-FFF2-40B4-BE49-F238E27FC236}">
                <a16:creationId xmlns:a16="http://schemas.microsoft.com/office/drawing/2014/main" id="{C699B228-1763-4C72-A9BD-FE79EFAE60E8}"/>
              </a:ext>
            </a:extLst>
          </p:cNvPr>
          <p:cNvSpPr>
            <a:spLocks noGrp="1"/>
          </p:cNvSpPr>
          <p:nvPr>
            <p:ph sz="quarter" idx="19"/>
          </p:nvPr>
        </p:nvSpPr>
        <p:spPr>
          <a:xfrm>
            <a:off x="457200" y="1562100"/>
            <a:ext cx="5468112" cy="388721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89C43833-5D36-49BA-B90A-3F7F0E4D4ECB}"/>
              </a:ext>
            </a:extLst>
          </p:cNvPr>
          <p:cNvSpPr>
            <a:spLocks noGrp="1"/>
          </p:cNvSpPr>
          <p:nvPr>
            <p:ph sz="quarter" idx="20"/>
          </p:nvPr>
        </p:nvSpPr>
        <p:spPr>
          <a:xfrm>
            <a:off x="6261100" y="1562100"/>
            <a:ext cx="5468938" cy="386937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99947596-C304-4A2D-BC86-484DA103D9D6}"/>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3" name="Takeaway box png">
            <a:extLst>
              <a:ext uri="{FF2B5EF4-FFF2-40B4-BE49-F238E27FC236}">
                <a16:creationId xmlns:a16="http://schemas.microsoft.com/office/drawing/2014/main" id="{78EA7E60-8CA7-4FA5-A91C-EAC998E0A52D}"/>
              </a:ext>
            </a:extLst>
          </p:cNvPr>
          <p:cNvPicPr>
            <a:picLocks noChangeAspect="1"/>
          </p:cNvPicPr>
          <p:nvPr userDrawn="1"/>
        </p:nvPicPr>
        <p:blipFill>
          <a:blip r:embed="rId3"/>
          <a:stretch>
            <a:fillRect/>
          </a:stretch>
        </p:blipFill>
        <p:spPr>
          <a:xfrm>
            <a:off x="450614" y="5527450"/>
            <a:ext cx="11290771" cy="597460"/>
          </a:xfrm>
          <a:prstGeom prst="rect">
            <a:avLst/>
          </a:prstGeom>
        </p:spPr>
      </p:pic>
      <p:sp>
        <p:nvSpPr>
          <p:cNvPr id="14" name="Takeaway Text">
            <a:extLst>
              <a:ext uri="{FF2B5EF4-FFF2-40B4-BE49-F238E27FC236}">
                <a16:creationId xmlns:a16="http://schemas.microsoft.com/office/drawing/2014/main" id="{25736D1B-696E-4BDA-A585-51F05DDC64F1}"/>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6" name="WBD logo">
            <a:extLst>
              <a:ext uri="{FF2B5EF4-FFF2-40B4-BE49-F238E27FC236}">
                <a16:creationId xmlns:a16="http://schemas.microsoft.com/office/drawing/2014/main" id="{5C8B82F4-7E81-4F89-8D89-291BB8C86B2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4145016909"/>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_Ttl, Sub, 3 Cont_Tkwy">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6098042-BDE3-4EC6-9A88-780FB739A443}"/>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4" name="Content Placeholder 3">
            <a:extLst>
              <a:ext uri="{FF2B5EF4-FFF2-40B4-BE49-F238E27FC236}">
                <a16:creationId xmlns:a16="http://schemas.microsoft.com/office/drawing/2014/main" id="{FDD017A9-8D4B-4121-9540-EE5ACB605BC0}"/>
              </a:ext>
            </a:extLst>
          </p:cNvPr>
          <p:cNvSpPr>
            <a:spLocks noGrp="1"/>
          </p:cNvSpPr>
          <p:nvPr>
            <p:ph sz="quarter" idx="21"/>
          </p:nvPr>
        </p:nvSpPr>
        <p:spPr>
          <a:xfrm>
            <a:off x="457200" y="1562100"/>
            <a:ext cx="3621088" cy="38687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FEE032BF-EFF0-4F0D-8A9D-9B8C9F230904}"/>
              </a:ext>
            </a:extLst>
          </p:cNvPr>
          <p:cNvSpPr>
            <a:spLocks noGrp="1"/>
          </p:cNvSpPr>
          <p:nvPr>
            <p:ph sz="quarter" idx="22"/>
          </p:nvPr>
        </p:nvSpPr>
        <p:spPr>
          <a:xfrm>
            <a:off x="4284663" y="1562100"/>
            <a:ext cx="3621087" cy="38687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9946EED4-744A-4FC8-B6A2-5FA8E85D82F6}"/>
              </a:ext>
            </a:extLst>
          </p:cNvPr>
          <p:cNvSpPr>
            <a:spLocks noGrp="1"/>
          </p:cNvSpPr>
          <p:nvPr>
            <p:ph sz="quarter" idx="23"/>
          </p:nvPr>
        </p:nvSpPr>
        <p:spPr>
          <a:xfrm>
            <a:off x="8110538" y="1561462"/>
            <a:ext cx="3624262"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11274552" cy="585216"/>
          </a:xfrm>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6" name="Text Placeholder 9">
            <a:extLst>
              <a:ext uri="{FF2B5EF4-FFF2-40B4-BE49-F238E27FC236}">
                <a16:creationId xmlns:a16="http://schemas.microsoft.com/office/drawing/2014/main" id="{F5C37609-9807-44CE-8713-4796D6E4746C}"/>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4" name="Takeaway box png">
            <a:extLst>
              <a:ext uri="{FF2B5EF4-FFF2-40B4-BE49-F238E27FC236}">
                <a16:creationId xmlns:a16="http://schemas.microsoft.com/office/drawing/2014/main" id="{4AD5C7E1-6F72-4273-B75A-87C0A77AD3D9}"/>
              </a:ext>
            </a:extLst>
          </p:cNvPr>
          <p:cNvPicPr>
            <a:picLocks noChangeAspect="1"/>
          </p:cNvPicPr>
          <p:nvPr userDrawn="1"/>
        </p:nvPicPr>
        <p:blipFill>
          <a:blip r:embed="rId3"/>
          <a:stretch>
            <a:fillRect/>
          </a:stretch>
        </p:blipFill>
        <p:spPr>
          <a:xfrm>
            <a:off x="450614" y="5527450"/>
            <a:ext cx="11290771" cy="597460"/>
          </a:xfrm>
          <a:prstGeom prst="rect">
            <a:avLst/>
          </a:prstGeom>
        </p:spPr>
      </p:pic>
      <p:sp>
        <p:nvSpPr>
          <p:cNvPr id="15" name="Takeaway Text">
            <a:extLst>
              <a:ext uri="{FF2B5EF4-FFF2-40B4-BE49-F238E27FC236}">
                <a16:creationId xmlns:a16="http://schemas.microsoft.com/office/drawing/2014/main" id="{2555DA73-CC08-4F17-BEBD-3628F5D57358}"/>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7" name="WBD logo">
            <a:extLst>
              <a:ext uri="{FF2B5EF4-FFF2-40B4-BE49-F238E27FC236}">
                <a16:creationId xmlns:a16="http://schemas.microsoft.com/office/drawing/2014/main" id="{E161A60D-508F-4012-AC0E-951A54AF99D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86050343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_Ttl, Sub, No Cont_Tkwy">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734E3CE-3591-42E4-B0CF-C035D14D18CC}"/>
              </a:ext>
            </a:extLst>
          </p:cNvPr>
          <p:cNvPicPr>
            <a:picLocks noChangeAspect="1"/>
          </p:cNvPicPr>
          <p:nvPr userDrawn="1"/>
        </p:nvPicPr>
        <p:blipFill>
          <a:blip r:embed="rId2"/>
          <a:stretch>
            <a:fillRect/>
          </a:stretch>
        </p:blipFill>
        <p:spPr>
          <a:xfrm>
            <a:off x="0" y="6565392"/>
            <a:ext cx="12192000" cy="292608"/>
          </a:xfrm>
          <a:prstGeom prst="rect">
            <a:avLst/>
          </a:prstGeom>
        </p:spPr>
      </p:pic>
      <p:pic>
        <p:nvPicPr>
          <p:cNvPr id="8" name="Takeaway box png">
            <a:extLst>
              <a:ext uri="{FF2B5EF4-FFF2-40B4-BE49-F238E27FC236}">
                <a16:creationId xmlns:a16="http://schemas.microsoft.com/office/drawing/2014/main" id="{251C8858-2AA4-4B07-8A7E-77CBCB6B8206}"/>
              </a:ext>
            </a:extLst>
          </p:cNvPr>
          <p:cNvPicPr>
            <a:picLocks noChangeAspect="1"/>
          </p:cNvPicPr>
          <p:nvPr userDrawn="1"/>
        </p:nvPicPr>
        <p:blipFill>
          <a:blip r:embed="rId3"/>
          <a:stretch>
            <a:fillRect/>
          </a:stretch>
        </p:blipFill>
        <p:spPr>
          <a:xfrm>
            <a:off x="450614" y="5527450"/>
            <a:ext cx="11290771" cy="597460"/>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4" name="Text Placeholder 9">
            <a:extLst>
              <a:ext uri="{FF2B5EF4-FFF2-40B4-BE49-F238E27FC236}">
                <a16:creationId xmlns:a16="http://schemas.microsoft.com/office/drawing/2014/main" id="{8C2728A4-E9B5-4B0C-A9AD-851F9CCBEF9E}"/>
              </a:ext>
            </a:extLst>
          </p:cNvPr>
          <p:cNvSpPr>
            <a:spLocks noGrp="1"/>
          </p:cNvSpPr>
          <p:nvPr>
            <p:ph type="body" sz="quarter" idx="18"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19" name="Takeaway Text">
            <a:extLst>
              <a:ext uri="{FF2B5EF4-FFF2-40B4-BE49-F238E27FC236}">
                <a16:creationId xmlns:a16="http://schemas.microsoft.com/office/drawing/2014/main" id="{9546F03D-D02F-4A63-BFBD-61473F990CA8}"/>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0" name="WBD logo">
            <a:extLst>
              <a:ext uri="{FF2B5EF4-FFF2-40B4-BE49-F238E27FC236}">
                <a16:creationId xmlns:a16="http://schemas.microsoft.com/office/drawing/2014/main" id="{3A92F50A-B098-4E8E-90F3-127354BA4C7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3130981824"/>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_Blank_Tkwy, log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7A614CE-1FB1-4CA1-9089-C0FC280C8F43}"/>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pic>
        <p:nvPicPr>
          <p:cNvPr id="9" name="Takeaway box png">
            <a:extLst>
              <a:ext uri="{FF2B5EF4-FFF2-40B4-BE49-F238E27FC236}">
                <a16:creationId xmlns:a16="http://schemas.microsoft.com/office/drawing/2014/main" id="{9218D85A-18D3-4499-91A4-DBEDF39B9FD6}"/>
              </a:ext>
            </a:extLst>
          </p:cNvPr>
          <p:cNvPicPr>
            <a:picLocks noChangeAspect="1"/>
          </p:cNvPicPr>
          <p:nvPr userDrawn="1"/>
        </p:nvPicPr>
        <p:blipFill>
          <a:blip r:embed="rId3"/>
          <a:stretch>
            <a:fillRect/>
          </a:stretch>
        </p:blipFill>
        <p:spPr>
          <a:xfrm>
            <a:off x="450614" y="5527450"/>
            <a:ext cx="11290771" cy="597460"/>
          </a:xfrm>
          <a:prstGeom prst="rect">
            <a:avLst/>
          </a:prstGeom>
        </p:spPr>
      </p:pic>
      <p:sp>
        <p:nvSpPr>
          <p:cNvPr id="10" name="Takeaway Text">
            <a:extLst>
              <a:ext uri="{FF2B5EF4-FFF2-40B4-BE49-F238E27FC236}">
                <a16:creationId xmlns:a16="http://schemas.microsoft.com/office/drawing/2014/main" id="{A23E2D75-C78F-46DD-AD60-F200656C2FD3}"/>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1" name="WBD logo">
            <a:extLst>
              <a:ext uri="{FF2B5EF4-FFF2-40B4-BE49-F238E27FC236}">
                <a16:creationId xmlns:a16="http://schemas.microsoft.com/office/drawing/2014/main" id="{3635D5C8-941E-415E-B9BA-FBD8C52C616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425842176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_Blank_Tkw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3A27A90-D431-467F-AFA2-2E7DFFEF6B45}"/>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pic>
        <p:nvPicPr>
          <p:cNvPr id="8" name="Takeaway box png">
            <a:extLst>
              <a:ext uri="{FF2B5EF4-FFF2-40B4-BE49-F238E27FC236}">
                <a16:creationId xmlns:a16="http://schemas.microsoft.com/office/drawing/2014/main" id="{0C5A349D-370E-422E-880B-91F56ED20297}"/>
              </a:ext>
            </a:extLst>
          </p:cNvPr>
          <p:cNvPicPr>
            <a:picLocks noChangeAspect="1"/>
          </p:cNvPicPr>
          <p:nvPr userDrawn="1"/>
        </p:nvPicPr>
        <p:blipFill>
          <a:blip r:embed="rId3"/>
          <a:stretch>
            <a:fillRect/>
          </a:stretch>
        </p:blipFill>
        <p:spPr>
          <a:xfrm>
            <a:off x="450614" y="5527450"/>
            <a:ext cx="11290771" cy="597460"/>
          </a:xfrm>
          <a:prstGeom prst="rect">
            <a:avLst/>
          </a:prstGeom>
        </p:spPr>
      </p:pic>
      <p:sp>
        <p:nvSpPr>
          <p:cNvPr id="9" name="Takeaway Text">
            <a:extLst>
              <a:ext uri="{FF2B5EF4-FFF2-40B4-BE49-F238E27FC236}">
                <a16:creationId xmlns:a16="http://schemas.microsoft.com/office/drawing/2014/main" id="{AB03CDD7-BDA6-4C5E-BE3B-D26485B2D1C7}"/>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spTree>
    <p:extLst>
      <p:ext uri="{BB962C8B-B14F-4D97-AF65-F5344CB8AC3E}">
        <p14:creationId xmlns:p14="http://schemas.microsoft.com/office/powerpoint/2010/main" val="212465425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_Ttl, Sub, Co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C1314D-9579-468D-AAFF-D496A03E4B73}"/>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3" name="Content Placeholder 7">
            <a:extLst>
              <a:ext uri="{FF2B5EF4-FFF2-40B4-BE49-F238E27FC236}">
                <a16:creationId xmlns:a16="http://schemas.microsoft.com/office/drawing/2014/main" id="{02208A84-7BCE-476A-BC14-BB9453B3162C}"/>
              </a:ext>
            </a:extLst>
          </p:cNvPr>
          <p:cNvSpPr>
            <a:spLocks noGrp="1"/>
          </p:cNvSpPr>
          <p:nvPr>
            <p:ph sz="quarter" idx="16"/>
          </p:nvPr>
        </p:nvSpPr>
        <p:spPr>
          <a:xfrm>
            <a:off x="457200" y="1562100"/>
            <a:ext cx="11277600" cy="4500563"/>
          </a:xfrm>
        </p:spPr>
        <p:txBody>
          <a:bodyPr/>
          <a:lstStyle>
            <a:lvl1pPr>
              <a:buClr>
                <a:srgbClr val="A0A0A0"/>
              </a:buClr>
              <a:defRPr>
                <a:solidFill>
                  <a:schemeClr val="bg1"/>
                </a:solidFill>
                <a:latin typeface="+mn-lt"/>
              </a:defRPr>
            </a:lvl1pPr>
            <a:lvl2pPr>
              <a:buClr>
                <a:srgbClr val="A0A0A0"/>
              </a:buClr>
              <a:defRPr>
                <a:solidFill>
                  <a:schemeClr val="bg1"/>
                </a:solidFill>
                <a:latin typeface="+mn-lt"/>
              </a:defRPr>
            </a:lvl2pPr>
            <a:lvl3pPr>
              <a:buClr>
                <a:srgbClr val="A0A0A0"/>
              </a:buClr>
              <a:defRPr>
                <a:solidFill>
                  <a:schemeClr val="bg1"/>
                </a:solidFill>
                <a:latin typeface="+mn-lt"/>
              </a:defRPr>
            </a:lvl3pPr>
            <a:lvl4pPr>
              <a:buClr>
                <a:srgbClr val="A0A0A0"/>
              </a:buClr>
              <a:defRPr>
                <a:solidFill>
                  <a:schemeClr val="bg1"/>
                </a:solidFill>
                <a:latin typeface="+mn-lt"/>
              </a:defRPr>
            </a:lvl4pPr>
            <a:lvl5pPr>
              <a:buClr>
                <a:srgbClr val="A0A0A0"/>
              </a:buCl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9" name="Text Placeholder 9">
            <a:extLst>
              <a:ext uri="{FF2B5EF4-FFF2-40B4-BE49-F238E27FC236}">
                <a16:creationId xmlns:a16="http://schemas.microsoft.com/office/drawing/2014/main" id="{F1F57690-2FFE-4A60-AD92-C2EAEFBC2D3A}"/>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0" name="Picture 9">
            <a:extLst>
              <a:ext uri="{FF2B5EF4-FFF2-40B4-BE49-F238E27FC236}">
                <a16:creationId xmlns:a16="http://schemas.microsoft.com/office/drawing/2014/main" id="{00DA6553-A0A5-4BF4-A984-F01C95EEED8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1873539763"/>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_Ttl, Sub">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BB49465-28EC-40B0-AA29-86DBCF808EE5}"/>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9" name="Text Placeholder 9">
            <a:extLst>
              <a:ext uri="{FF2B5EF4-FFF2-40B4-BE49-F238E27FC236}">
                <a16:creationId xmlns:a16="http://schemas.microsoft.com/office/drawing/2014/main" id="{79D55B4D-19F5-42A8-A5F8-845805CD331B}"/>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1" name="Picture 10">
            <a:extLst>
              <a:ext uri="{FF2B5EF4-FFF2-40B4-BE49-F238E27FC236}">
                <a16:creationId xmlns:a16="http://schemas.microsoft.com/office/drawing/2014/main" id="{4281F248-156E-4DC8-9CF7-2C940F2173C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17487118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_Ttl, Sub, 2 Co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9C3DAB-E718-49C7-A36B-379EC0B144B8}"/>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5" name="Content Placeholder 17">
            <a:extLst>
              <a:ext uri="{FF2B5EF4-FFF2-40B4-BE49-F238E27FC236}">
                <a16:creationId xmlns:a16="http://schemas.microsoft.com/office/drawing/2014/main" id="{1AE52FE1-7648-4DEF-B3BF-CE94F5B5ABFA}"/>
              </a:ext>
            </a:extLst>
          </p:cNvPr>
          <p:cNvSpPr>
            <a:spLocks noGrp="1"/>
          </p:cNvSpPr>
          <p:nvPr>
            <p:ph sz="quarter" idx="19"/>
          </p:nvPr>
        </p:nvSpPr>
        <p:spPr>
          <a:xfrm>
            <a:off x="6261100" y="1562100"/>
            <a:ext cx="5473700" cy="4456113"/>
          </a:xfrm>
        </p:spPr>
        <p:txBody>
          <a:bodyPr vert="horz" lIns="0" tIns="0" rIns="0" bIns="0" rtlCol="0">
            <a:noAutofit/>
          </a:bodyPr>
          <a:lstStyle>
            <a:lvl1pPr>
              <a:buClr>
                <a:srgbClr val="A0A0A0"/>
              </a:buClr>
              <a:defRPr lang="en-US" dirty="0">
                <a:solidFill>
                  <a:schemeClr val="bg1"/>
                </a:solidFill>
              </a:defRPr>
            </a:lvl1pPr>
            <a:lvl2pPr>
              <a:buClr>
                <a:srgbClr val="A0A0A0"/>
              </a:buClr>
              <a:defRPr lang="en-US" dirty="0">
                <a:solidFill>
                  <a:schemeClr val="bg1"/>
                </a:solidFill>
              </a:defRPr>
            </a:lvl2pPr>
            <a:lvl3pPr>
              <a:buClr>
                <a:srgbClr val="A0A0A0"/>
              </a:buClr>
              <a:defRPr lang="en-US" dirty="0">
                <a:solidFill>
                  <a:schemeClr val="bg1"/>
                </a:solidFill>
              </a:defRPr>
            </a:lvl3pPr>
            <a:lvl4pPr>
              <a:buClr>
                <a:srgbClr val="A0A0A0"/>
              </a:buClr>
              <a:defRPr lang="en-US" dirty="0">
                <a:solidFill>
                  <a:schemeClr val="bg1"/>
                </a:solidFill>
              </a:defRPr>
            </a:lvl4pPr>
            <a:lvl5pPr>
              <a:buClr>
                <a:srgbClr val="A0A0A0"/>
              </a:buCl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6" name="Content Placeholder 3">
            <a:extLst>
              <a:ext uri="{FF2B5EF4-FFF2-40B4-BE49-F238E27FC236}">
                <a16:creationId xmlns:a16="http://schemas.microsoft.com/office/drawing/2014/main" id="{4DBB2548-2675-459C-8173-ACE10C46639D}"/>
              </a:ext>
            </a:extLst>
          </p:cNvPr>
          <p:cNvSpPr>
            <a:spLocks noGrp="1"/>
          </p:cNvSpPr>
          <p:nvPr>
            <p:ph sz="quarter" idx="18"/>
          </p:nvPr>
        </p:nvSpPr>
        <p:spPr>
          <a:xfrm>
            <a:off x="457200" y="1562100"/>
            <a:ext cx="5467350" cy="4453128"/>
          </a:xfrm>
        </p:spPr>
        <p:txBody>
          <a:bodyPr vert="horz" lIns="0" tIns="0" rIns="0" bIns="0" rtlCol="0">
            <a:noAutofit/>
          </a:bodyPr>
          <a:lstStyle>
            <a:lvl1pPr>
              <a:buClr>
                <a:srgbClr val="A0A0A0"/>
              </a:buClr>
              <a:defRPr lang="en-US" dirty="0">
                <a:solidFill>
                  <a:schemeClr val="bg1"/>
                </a:solidFill>
              </a:defRPr>
            </a:lvl1pPr>
            <a:lvl2pPr>
              <a:buClr>
                <a:srgbClr val="A0A0A0"/>
              </a:buClr>
              <a:defRPr lang="en-US" dirty="0">
                <a:solidFill>
                  <a:schemeClr val="bg1"/>
                </a:solidFill>
              </a:defRPr>
            </a:lvl2pPr>
            <a:lvl3pPr>
              <a:buClr>
                <a:srgbClr val="A0A0A0"/>
              </a:buClr>
              <a:defRPr lang="en-US" dirty="0">
                <a:solidFill>
                  <a:schemeClr val="bg1"/>
                </a:solidFill>
              </a:defRPr>
            </a:lvl3pPr>
            <a:lvl4pPr>
              <a:buClr>
                <a:srgbClr val="A0A0A0"/>
              </a:buClr>
              <a:defRPr lang="en-US" dirty="0">
                <a:solidFill>
                  <a:schemeClr val="bg1"/>
                </a:solidFill>
              </a:defRPr>
            </a:lvl4pPr>
            <a:lvl5pPr>
              <a:buClr>
                <a:srgbClr val="A0A0A0"/>
              </a:buCl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2" name="Text Placeholder 9">
            <a:extLst>
              <a:ext uri="{FF2B5EF4-FFF2-40B4-BE49-F238E27FC236}">
                <a16:creationId xmlns:a16="http://schemas.microsoft.com/office/drawing/2014/main" id="{5893B6A8-C3EA-406B-9EAB-250F9F6F40C4}"/>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3" name="Picture 12">
            <a:extLst>
              <a:ext uri="{FF2B5EF4-FFF2-40B4-BE49-F238E27FC236}">
                <a16:creationId xmlns:a16="http://schemas.microsoft.com/office/drawing/2014/main" id="{0FC87905-7B33-4C5D-866C-E97C83500A3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340223533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_Ttl, Sub, 3 Co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F60825-5550-46A3-87C3-9FDB7D3A50CB}"/>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11274552"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7" name="Content Placeholder 22">
            <a:extLst>
              <a:ext uri="{FF2B5EF4-FFF2-40B4-BE49-F238E27FC236}">
                <a16:creationId xmlns:a16="http://schemas.microsoft.com/office/drawing/2014/main" id="{DAC315E8-1DAA-4180-BD4D-4D5F75BF2466}"/>
              </a:ext>
            </a:extLst>
          </p:cNvPr>
          <p:cNvSpPr>
            <a:spLocks noGrp="1"/>
          </p:cNvSpPr>
          <p:nvPr>
            <p:ph sz="quarter" idx="22"/>
          </p:nvPr>
        </p:nvSpPr>
        <p:spPr>
          <a:xfrm>
            <a:off x="8110538" y="1562100"/>
            <a:ext cx="3624262" cy="4495800"/>
          </a:xfrm>
        </p:spPr>
        <p:txBody>
          <a:bodyPr vert="horz" lIns="0" tIns="0" rIns="0" bIns="0" rtlCol="0">
            <a:noAutofit/>
          </a:bodyPr>
          <a:lstStyle>
            <a:lvl1pPr>
              <a:buClr>
                <a:srgbClr val="A0A0A0"/>
              </a:buClr>
              <a:defRPr lang="en-US" dirty="0">
                <a:solidFill>
                  <a:schemeClr val="bg1"/>
                </a:solidFill>
              </a:defRPr>
            </a:lvl1pPr>
            <a:lvl2pPr>
              <a:buClr>
                <a:srgbClr val="A0A0A0"/>
              </a:buClr>
              <a:defRPr lang="en-US" dirty="0">
                <a:solidFill>
                  <a:schemeClr val="bg1"/>
                </a:solidFill>
              </a:defRPr>
            </a:lvl2pPr>
            <a:lvl3pPr>
              <a:buClr>
                <a:srgbClr val="A0A0A0"/>
              </a:buClr>
              <a:defRPr lang="en-US" dirty="0">
                <a:solidFill>
                  <a:schemeClr val="bg1"/>
                </a:solidFill>
              </a:defRPr>
            </a:lvl3pPr>
            <a:lvl4pPr>
              <a:buClr>
                <a:srgbClr val="A0A0A0"/>
              </a:buClr>
              <a:defRPr lang="en-US" dirty="0">
                <a:solidFill>
                  <a:schemeClr val="bg1"/>
                </a:solidFill>
              </a:defRPr>
            </a:lvl4pPr>
            <a:lvl5pPr>
              <a:buClr>
                <a:srgbClr val="A0A0A0"/>
              </a:buCl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8" name="Content Placeholder 20">
            <a:extLst>
              <a:ext uri="{FF2B5EF4-FFF2-40B4-BE49-F238E27FC236}">
                <a16:creationId xmlns:a16="http://schemas.microsoft.com/office/drawing/2014/main" id="{04EF9290-8399-49EF-82FC-49E03160BB68}"/>
              </a:ext>
            </a:extLst>
          </p:cNvPr>
          <p:cNvSpPr>
            <a:spLocks noGrp="1"/>
          </p:cNvSpPr>
          <p:nvPr>
            <p:ph sz="quarter" idx="21"/>
          </p:nvPr>
        </p:nvSpPr>
        <p:spPr>
          <a:xfrm>
            <a:off x="4284663" y="1562100"/>
            <a:ext cx="3621087" cy="4495800"/>
          </a:xfrm>
        </p:spPr>
        <p:txBody>
          <a:bodyPr vert="horz" lIns="0" tIns="0" rIns="0" bIns="0" rtlCol="0">
            <a:noAutofit/>
          </a:bodyPr>
          <a:lstStyle>
            <a:lvl1pPr>
              <a:buClr>
                <a:srgbClr val="A0A0A0"/>
              </a:buClr>
              <a:defRPr lang="en-US" dirty="0">
                <a:solidFill>
                  <a:schemeClr val="bg1"/>
                </a:solidFill>
              </a:defRPr>
            </a:lvl1pPr>
            <a:lvl2pPr>
              <a:buClr>
                <a:srgbClr val="A0A0A0"/>
              </a:buClr>
              <a:defRPr lang="en-US" dirty="0">
                <a:solidFill>
                  <a:schemeClr val="bg1"/>
                </a:solidFill>
              </a:defRPr>
            </a:lvl2pPr>
            <a:lvl3pPr>
              <a:buClr>
                <a:srgbClr val="A0A0A0"/>
              </a:buClr>
              <a:defRPr lang="en-US" dirty="0">
                <a:solidFill>
                  <a:schemeClr val="bg1"/>
                </a:solidFill>
              </a:defRPr>
            </a:lvl3pPr>
            <a:lvl4pPr>
              <a:buClr>
                <a:srgbClr val="A0A0A0"/>
              </a:buClr>
              <a:defRPr lang="en-US" dirty="0">
                <a:solidFill>
                  <a:schemeClr val="bg1"/>
                </a:solidFill>
              </a:defRPr>
            </a:lvl4pPr>
            <a:lvl5pPr>
              <a:buClr>
                <a:srgbClr val="A0A0A0"/>
              </a:buCl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9" name="Content Placeholder 7">
            <a:extLst>
              <a:ext uri="{FF2B5EF4-FFF2-40B4-BE49-F238E27FC236}">
                <a16:creationId xmlns:a16="http://schemas.microsoft.com/office/drawing/2014/main" id="{E03F902E-7638-4AC4-AC14-B73054DCB49C}"/>
              </a:ext>
            </a:extLst>
          </p:cNvPr>
          <p:cNvSpPr>
            <a:spLocks noGrp="1"/>
          </p:cNvSpPr>
          <p:nvPr>
            <p:ph sz="quarter" idx="20"/>
          </p:nvPr>
        </p:nvSpPr>
        <p:spPr>
          <a:xfrm>
            <a:off x="457200" y="1562100"/>
            <a:ext cx="3621088" cy="4495800"/>
          </a:xfrm>
        </p:spPr>
        <p:txBody>
          <a:bodyPr vert="horz" lIns="0" tIns="0" rIns="0" bIns="0" rtlCol="0">
            <a:noAutofit/>
          </a:bodyPr>
          <a:lstStyle>
            <a:lvl1pPr>
              <a:buClr>
                <a:srgbClr val="A0A0A0"/>
              </a:buClr>
              <a:defRPr lang="en-US" dirty="0">
                <a:solidFill>
                  <a:schemeClr val="bg1"/>
                </a:solidFill>
              </a:defRPr>
            </a:lvl1pPr>
            <a:lvl2pPr>
              <a:buClr>
                <a:srgbClr val="A0A0A0"/>
              </a:buClr>
              <a:defRPr lang="en-US" dirty="0">
                <a:solidFill>
                  <a:schemeClr val="bg1"/>
                </a:solidFill>
              </a:defRPr>
            </a:lvl2pPr>
            <a:lvl3pPr>
              <a:buClr>
                <a:srgbClr val="A0A0A0"/>
              </a:buClr>
              <a:defRPr lang="en-US" dirty="0">
                <a:solidFill>
                  <a:schemeClr val="bg1"/>
                </a:solidFill>
              </a:defRPr>
            </a:lvl3pPr>
            <a:lvl4pPr>
              <a:buClr>
                <a:srgbClr val="A0A0A0"/>
              </a:buClr>
              <a:defRPr lang="en-US" dirty="0">
                <a:solidFill>
                  <a:schemeClr val="bg1"/>
                </a:solidFill>
              </a:defRPr>
            </a:lvl4pPr>
            <a:lvl5pPr>
              <a:buClr>
                <a:srgbClr val="A0A0A0"/>
              </a:buCl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1" name="Text Placeholder 9">
            <a:extLst>
              <a:ext uri="{FF2B5EF4-FFF2-40B4-BE49-F238E27FC236}">
                <a16:creationId xmlns:a16="http://schemas.microsoft.com/office/drawing/2014/main" id="{053F4A10-491C-4E43-B70F-6DD60750CB60}"/>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3" name="Picture 12">
            <a:extLst>
              <a:ext uri="{FF2B5EF4-FFF2-40B4-BE49-F238E27FC236}">
                <a16:creationId xmlns:a16="http://schemas.microsoft.com/office/drawing/2014/main" id="{08A9B928-15A1-487C-8D11-AF02C39F608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428961957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_Blank, logo">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1DA30B-776C-4F24-89A7-7FDF99987E05}"/>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3" name="Footer Placeholder 2">
            <a:extLst>
              <a:ext uri="{FF2B5EF4-FFF2-40B4-BE49-F238E27FC236}">
                <a16:creationId xmlns:a16="http://schemas.microsoft.com/office/drawing/2014/main" id="{95C6F8C3-41A3-4B07-A458-E55CF7CB91B2}"/>
              </a:ext>
            </a:extLst>
          </p:cNvPr>
          <p:cNvSpPr>
            <a:spLocks noGrp="1"/>
          </p:cNvSpPr>
          <p:nvPr>
            <p:ph type="ftr" sz="quarter" idx="10"/>
          </p:nvPr>
        </p:nvSpPr>
        <p:spPr/>
        <p:txBody>
          <a:bodyPr lIns="0" rIns="0" bIns="0" anchor="b" anchorCtr="0"/>
          <a:lstStyle>
            <a:lvl1pPr>
              <a:defRPr lang="en-US" dirty="0">
                <a:solidFill>
                  <a:schemeClr val="bg1"/>
                </a:solidFill>
              </a:defRPr>
            </a:lvl1pPr>
          </a:lstStyle>
          <a:p>
            <a:endParaRPr lang="en-US"/>
          </a:p>
        </p:txBody>
      </p:sp>
      <p:sp>
        <p:nvSpPr>
          <p:cNvPr id="4" name="Slide Number Placeholder 3">
            <a:extLst>
              <a:ext uri="{FF2B5EF4-FFF2-40B4-BE49-F238E27FC236}">
                <a16:creationId xmlns:a16="http://schemas.microsoft.com/office/drawing/2014/main" id="{5787E514-2C10-4E8F-9ADE-B67E4818C592}"/>
              </a:ext>
            </a:extLst>
          </p:cNvPr>
          <p:cNvSpPr>
            <a:spLocks noGrp="1"/>
          </p:cNvSpPr>
          <p:nvPr>
            <p:ph type="sldNum" sz="quarter" idx="11"/>
          </p:nvPr>
        </p:nvSpPr>
        <p:spPr>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pic>
        <p:nvPicPr>
          <p:cNvPr id="7" name="Picture 6">
            <a:extLst>
              <a:ext uri="{FF2B5EF4-FFF2-40B4-BE49-F238E27FC236}">
                <a16:creationId xmlns:a16="http://schemas.microsoft.com/office/drawing/2014/main" id="{AC711384-A57D-4315-896B-C76A61D90FF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4114520949"/>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_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5C6F8C3-41A3-4B07-A458-E55CF7CB91B2}"/>
              </a:ext>
            </a:extLst>
          </p:cNvPr>
          <p:cNvSpPr>
            <a:spLocks noGrp="1"/>
          </p:cNvSpPr>
          <p:nvPr>
            <p:ph type="ftr" sz="quarter" idx="10"/>
          </p:nvPr>
        </p:nvSpPr>
        <p:spPr/>
        <p:txBody>
          <a:bodyPr lIns="0" rIns="0" bIns="0" anchor="b" anchorCtr="0"/>
          <a:lstStyle>
            <a:lvl1pPr>
              <a:defRPr lang="en-US" dirty="0">
                <a:solidFill>
                  <a:schemeClr val="bg1"/>
                </a:solidFill>
              </a:defRPr>
            </a:lvl1pPr>
          </a:lstStyle>
          <a:p>
            <a:endParaRPr lang="en-US"/>
          </a:p>
        </p:txBody>
      </p:sp>
      <p:sp>
        <p:nvSpPr>
          <p:cNvPr id="4" name="Slide Number Placeholder 3">
            <a:extLst>
              <a:ext uri="{FF2B5EF4-FFF2-40B4-BE49-F238E27FC236}">
                <a16:creationId xmlns:a16="http://schemas.microsoft.com/office/drawing/2014/main" id="{5787E514-2C10-4E8F-9ADE-B67E4818C592}"/>
              </a:ext>
            </a:extLst>
          </p:cNvPr>
          <p:cNvSpPr>
            <a:spLocks noGrp="1"/>
          </p:cNvSpPr>
          <p:nvPr>
            <p:ph type="sldNum" sz="quarter" idx="11"/>
          </p:nvPr>
        </p:nvSpPr>
        <p:spPr>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Tree>
    <p:extLst>
      <p:ext uri="{BB962C8B-B14F-4D97-AF65-F5344CB8AC3E}">
        <p14:creationId xmlns:p14="http://schemas.microsoft.com/office/powerpoint/2010/main" val="406873345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_Ttl, Sub, Cont_Tkw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5474273-EEFF-4AB5-90BA-2605CC0DC32E}"/>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5" name="Content Placeholder 17">
            <a:extLst>
              <a:ext uri="{FF2B5EF4-FFF2-40B4-BE49-F238E27FC236}">
                <a16:creationId xmlns:a16="http://schemas.microsoft.com/office/drawing/2014/main" id="{A101B589-4463-4592-9F64-CD27702E914C}"/>
              </a:ext>
            </a:extLst>
          </p:cNvPr>
          <p:cNvSpPr>
            <a:spLocks noGrp="1"/>
          </p:cNvSpPr>
          <p:nvPr>
            <p:ph sz="quarter" idx="17"/>
          </p:nvPr>
        </p:nvSpPr>
        <p:spPr>
          <a:xfrm>
            <a:off x="457200" y="1562100"/>
            <a:ext cx="11272838" cy="3868738"/>
          </a:xfrm>
        </p:spPr>
        <p:txBody>
          <a:bodyPr/>
          <a:lstStyle>
            <a:lvl1pPr>
              <a:buClr>
                <a:srgbClr val="A0A0A0"/>
              </a:buClr>
              <a:defRPr>
                <a:solidFill>
                  <a:schemeClr val="bg1"/>
                </a:solidFill>
                <a:latin typeface="+mn-lt"/>
              </a:defRPr>
            </a:lvl1pPr>
            <a:lvl2pPr>
              <a:buClr>
                <a:srgbClr val="A0A0A0"/>
              </a:buClr>
              <a:defRPr>
                <a:solidFill>
                  <a:schemeClr val="bg1"/>
                </a:solidFill>
                <a:latin typeface="+mn-lt"/>
              </a:defRPr>
            </a:lvl2pPr>
            <a:lvl3pPr>
              <a:buClr>
                <a:srgbClr val="A0A0A0"/>
              </a:buClr>
              <a:defRPr>
                <a:solidFill>
                  <a:schemeClr val="bg1"/>
                </a:solidFill>
                <a:latin typeface="+mn-lt"/>
              </a:defRPr>
            </a:lvl3pPr>
            <a:lvl4pPr>
              <a:buClr>
                <a:srgbClr val="A0A0A0"/>
              </a:buClr>
              <a:defRPr>
                <a:solidFill>
                  <a:schemeClr val="bg1"/>
                </a:solidFill>
                <a:latin typeface="+mn-lt"/>
              </a:defRPr>
            </a:lvl4pPr>
            <a:lvl5pPr>
              <a:buClr>
                <a:srgbClr val="A0A0A0"/>
              </a:buCl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4" name="Text Placeholder 9">
            <a:extLst>
              <a:ext uri="{FF2B5EF4-FFF2-40B4-BE49-F238E27FC236}">
                <a16:creationId xmlns:a16="http://schemas.microsoft.com/office/drawing/2014/main" id="{73546CB1-F277-4211-BB18-73E197E5AFB6}"/>
              </a:ext>
            </a:extLst>
          </p:cNvPr>
          <p:cNvSpPr>
            <a:spLocks noGrp="1"/>
          </p:cNvSpPr>
          <p:nvPr>
            <p:ph type="body" sz="quarter" idx="18"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20" name="Takeaway box png">
            <a:extLst>
              <a:ext uri="{FF2B5EF4-FFF2-40B4-BE49-F238E27FC236}">
                <a16:creationId xmlns:a16="http://schemas.microsoft.com/office/drawing/2014/main" id="{52CC3B23-5F79-44F7-AA88-4F166791CAB4}"/>
              </a:ext>
            </a:extLst>
          </p:cNvPr>
          <p:cNvPicPr>
            <a:picLocks noChangeAspect="1"/>
          </p:cNvPicPr>
          <p:nvPr userDrawn="1"/>
        </p:nvPicPr>
        <p:blipFill>
          <a:blip r:embed="rId4"/>
          <a:stretch>
            <a:fillRect/>
          </a:stretch>
        </p:blipFill>
        <p:spPr>
          <a:xfrm>
            <a:off x="450614" y="5527450"/>
            <a:ext cx="11290771" cy="597460"/>
          </a:xfrm>
          <a:prstGeom prst="rect">
            <a:avLst/>
          </a:prstGeom>
        </p:spPr>
      </p:pic>
      <p:sp>
        <p:nvSpPr>
          <p:cNvPr id="21" name="Takeaway Text">
            <a:extLst>
              <a:ext uri="{FF2B5EF4-FFF2-40B4-BE49-F238E27FC236}">
                <a16:creationId xmlns:a16="http://schemas.microsoft.com/office/drawing/2014/main" id="{D181C819-2FB5-478E-9F6C-0F80E19ED9FE}"/>
              </a:ext>
            </a:extLst>
          </p:cNvPr>
          <p:cNvSpPr>
            <a:spLocks noGrp="1"/>
          </p:cNvSpPr>
          <p:nvPr>
            <p:ph type="body" sz="quarter" idx="19"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1" name="Picture 10">
            <a:extLst>
              <a:ext uri="{FF2B5EF4-FFF2-40B4-BE49-F238E27FC236}">
                <a16:creationId xmlns:a16="http://schemas.microsoft.com/office/drawing/2014/main" id="{C93A26AD-745C-42ED-B875-9728F8B02EA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3791694521"/>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_Ttl, Sub, Tkw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344E60D-6C85-4E09-B9A9-41A679498FBD}"/>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2" name="Text Placeholder 9">
            <a:extLst>
              <a:ext uri="{FF2B5EF4-FFF2-40B4-BE49-F238E27FC236}">
                <a16:creationId xmlns:a16="http://schemas.microsoft.com/office/drawing/2014/main" id="{3137B93E-FD4E-440A-BC7F-D1ACEECA4E5E}"/>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1" name="Takeaway box png">
            <a:extLst>
              <a:ext uri="{FF2B5EF4-FFF2-40B4-BE49-F238E27FC236}">
                <a16:creationId xmlns:a16="http://schemas.microsoft.com/office/drawing/2014/main" id="{DCD0B218-012E-4C82-916A-FC77D2EF1F8A}"/>
              </a:ext>
            </a:extLst>
          </p:cNvPr>
          <p:cNvPicPr>
            <a:picLocks noChangeAspect="1"/>
          </p:cNvPicPr>
          <p:nvPr userDrawn="1"/>
        </p:nvPicPr>
        <p:blipFill>
          <a:blip r:embed="rId4"/>
          <a:stretch>
            <a:fillRect/>
          </a:stretch>
        </p:blipFill>
        <p:spPr>
          <a:xfrm>
            <a:off x="450614" y="5527450"/>
            <a:ext cx="11290771" cy="597460"/>
          </a:xfrm>
          <a:prstGeom prst="rect">
            <a:avLst/>
          </a:prstGeom>
        </p:spPr>
      </p:pic>
      <p:sp>
        <p:nvSpPr>
          <p:cNvPr id="13" name="Takeaway Text">
            <a:extLst>
              <a:ext uri="{FF2B5EF4-FFF2-40B4-BE49-F238E27FC236}">
                <a16:creationId xmlns:a16="http://schemas.microsoft.com/office/drawing/2014/main" id="{4854BA14-A88E-4773-8ECF-D55C7067BC15}"/>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4" name="Picture 13">
            <a:extLst>
              <a:ext uri="{FF2B5EF4-FFF2-40B4-BE49-F238E27FC236}">
                <a16:creationId xmlns:a16="http://schemas.microsoft.com/office/drawing/2014/main" id="{94838F3E-AECB-4B91-8AFD-8960E77F6DD2}"/>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2933343668"/>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_Ttl, Sub, 2 Cont, Tkw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BF8C321-41E8-4241-9BC6-F516E3E9A5D1}"/>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2" name="Content Placeholder 3">
            <a:extLst>
              <a:ext uri="{FF2B5EF4-FFF2-40B4-BE49-F238E27FC236}">
                <a16:creationId xmlns:a16="http://schemas.microsoft.com/office/drawing/2014/main" id="{1A74B7CA-79EE-48A1-A7F7-C1EC817D1403}"/>
              </a:ext>
            </a:extLst>
          </p:cNvPr>
          <p:cNvSpPr>
            <a:spLocks noGrp="1"/>
          </p:cNvSpPr>
          <p:nvPr>
            <p:ph sz="quarter" idx="19"/>
          </p:nvPr>
        </p:nvSpPr>
        <p:spPr>
          <a:xfrm>
            <a:off x="457200" y="1562100"/>
            <a:ext cx="5468112" cy="3887218"/>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3" name="Content Placeholder 20">
            <a:extLst>
              <a:ext uri="{FF2B5EF4-FFF2-40B4-BE49-F238E27FC236}">
                <a16:creationId xmlns:a16="http://schemas.microsoft.com/office/drawing/2014/main" id="{7886FAED-D863-4D2E-8E78-D83CB6798FAF}"/>
              </a:ext>
            </a:extLst>
          </p:cNvPr>
          <p:cNvSpPr>
            <a:spLocks noGrp="1"/>
          </p:cNvSpPr>
          <p:nvPr>
            <p:ph sz="quarter" idx="20"/>
          </p:nvPr>
        </p:nvSpPr>
        <p:spPr>
          <a:xfrm>
            <a:off x="6261100" y="1562100"/>
            <a:ext cx="5468938" cy="3869375"/>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3" name="Text Placeholder 9">
            <a:extLst>
              <a:ext uri="{FF2B5EF4-FFF2-40B4-BE49-F238E27FC236}">
                <a16:creationId xmlns:a16="http://schemas.microsoft.com/office/drawing/2014/main" id="{F90E4897-C083-4CA1-9D45-EAF224DD6C1B}"/>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4" name="Takeaway box png">
            <a:extLst>
              <a:ext uri="{FF2B5EF4-FFF2-40B4-BE49-F238E27FC236}">
                <a16:creationId xmlns:a16="http://schemas.microsoft.com/office/drawing/2014/main" id="{CA10C0D9-7916-485A-8BB7-8B64C2E989D6}"/>
              </a:ext>
            </a:extLst>
          </p:cNvPr>
          <p:cNvPicPr>
            <a:picLocks noChangeAspect="1"/>
          </p:cNvPicPr>
          <p:nvPr userDrawn="1"/>
        </p:nvPicPr>
        <p:blipFill>
          <a:blip r:embed="rId4"/>
          <a:stretch>
            <a:fillRect/>
          </a:stretch>
        </p:blipFill>
        <p:spPr>
          <a:xfrm>
            <a:off x="450614" y="5527450"/>
            <a:ext cx="11290771" cy="597460"/>
          </a:xfrm>
          <a:prstGeom prst="rect">
            <a:avLst/>
          </a:prstGeom>
        </p:spPr>
      </p:pic>
      <p:sp>
        <p:nvSpPr>
          <p:cNvPr id="15" name="Takeaway Text">
            <a:extLst>
              <a:ext uri="{FF2B5EF4-FFF2-40B4-BE49-F238E27FC236}">
                <a16:creationId xmlns:a16="http://schemas.microsoft.com/office/drawing/2014/main" id="{4341217C-57C2-4DE8-B9F7-4955CACF60C3}"/>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6" name="Picture 15">
            <a:extLst>
              <a:ext uri="{FF2B5EF4-FFF2-40B4-BE49-F238E27FC236}">
                <a16:creationId xmlns:a16="http://schemas.microsoft.com/office/drawing/2014/main" id="{0EFDC356-01E0-40D1-A3B4-97866BC7EA35}"/>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198076789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_Ttl, Sub, 3 Cont, Tkw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5EC6837-06F1-49DF-A7DD-F3F2319ACE06}"/>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3" name="Content Placeholder 3">
            <a:extLst>
              <a:ext uri="{FF2B5EF4-FFF2-40B4-BE49-F238E27FC236}">
                <a16:creationId xmlns:a16="http://schemas.microsoft.com/office/drawing/2014/main" id="{B5986899-BAC2-42F4-B1A5-2CA7FC183C35}"/>
              </a:ext>
            </a:extLst>
          </p:cNvPr>
          <p:cNvSpPr>
            <a:spLocks noGrp="1"/>
          </p:cNvSpPr>
          <p:nvPr>
            <p:ph sz="quarter" idx="21"/>
          </p:nvPr>
        </p:nvSpPr>
        <p:spPr>
          <a:xfrm>
            <a:off x="457200" y="1562100"/>
            <a:ext cx="3621088" cy="3868738"/>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4" name="Content Placeholder 7">
            <a:extLst>
              <a:ext uri="{FF2B5EF4-FFF2-40B4-BE49-F238E27FC236}">
                <a16:creationId xmlns:a16="http://schemas.microsoft.com/office/drawing/2014/main" id="{AEFE74D4-3200-4882-BFDE-B2FA07345A83}"/>
              </a:ext>
            </a:extLst>
          </p:cNvPr>
          <p:cNvSpPr>
            <a:spLocks noGrp="1"/>
          </p:cNvSpPr>
          <p:nvPr>
            <p:ph sz="quarter" idx="22"/>
          </p:nvPr>
        </p:nvSpPr>
        <p:spPr>
          <a:xfrm>
            <a:off x="4284663" y="1562100"/>
            <a:ext cx="3621087" cy="3868738"/>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5" name="Content Placeholder 23">
            <a:extLst>
              <a:ext uri="{FF2B5EF4-FFF2-40B4-BE49-F238E27FC236}">
                <a16:creationId xmlns:a16="http://schemas.microsoft.com/office/drawing/2014/main" id="{DDFAD16D-F55E-4E2A-8A06-13C8E21B455D}"/>
              </a:ext>
            </a:extLst>
          </p:cNvPr>
          <p:cNvSpPr>
            <a:spLocks noGrp="1"/>
          </p:cNvSpPr>
          <p:nvPr>
            <p:ph sz="quarter" idx="23"/>
          </p:nvPr>
        </p:nvSpPr>
        <p:spPr>
          <a:xfrm>
            <a:off x="8110538" y="1561462"/>
            <a:ext cx="3624262"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4" name="Text Placeholder 9">
            <a:extLst>
              <a:ext uri="{FF2B5EF4-FFF2-40B4-BE49-F238E27FC236}">
                <a16:creationId xmlns:a16="http://schemas.microsoft.com/office/drawing/2014/main" id="{E427B0E3-D7F6-46C8-8889-7D51248171F5}"/>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5" name="Takeaway box png">
            <a:extLst>
              <a:ext uri="{FF2B5EF4-FFF2-40B4-BE49-F238E27FC236}">
                <a16:creationId xmlns:a16="http://schemas.microsoft.com/office/drawing/2014/main" id="{A1CA10CA-CDE5-4CE8-8DBF-3281D5D90B01}"/>
              </a:ext>
            </a:extLst>
          </p:cNvPr>
          <p:cNvPicPr>
            <a:picLocks noChangeAspect="1"/>
          </p:cNvPicPr>
          <p:nvPr userDrawn="1"/>
        </p:nvPicPr>
        <p:blipFill>
          <a:blip r:embed="rId4"/>
          <a:stretch>
            <a:fillRect/>
          </a:stretch>
        </p:blipFill>
        <p:spPr>
          <a:xfrm>
            <a:off x="450614" y="5527450"/>
            <a:ext cx="11290771" cy="597460"/>
          </a:xfrm>
          <a:prstGeom prst="rect">
            <a:avLst/>
          </a:prstGeom>
        </p:spPr>
      </p:pic>
      <p:sp>
        <p:nvSpPr>
          <p:cNvPr id="16" name="Takeaway Text">
            <a:extLst>
              <a:ext uri="{FF2B5EF4-FFF2-40B4-BE49-F238E27FC236}">
                <a16:creationId xmlns:a16="http://schemas.microsoft.com/office/drawing/2014/main" id="{D548D0E2-B028-4BD1-8B7D-494A6692E7C4}"/>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7" name="Picture 16">
            <a:extLst>
              <a:ext uri="{FF2B5EF4-FFF2-40B4-BE49-F238E27FC236}">
                <a16:creationId xmlns:a16="http://schemas.microsoft.com/office/drawing/2014/main" id="{2CE21F7B-51AA-4C30-A4D7-EFC442B57519}"/>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235286849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_Hero">
    <p:bg>
      <p:bgPr>
        <a:blipFill dpi="0" rotWithShape="1">
          <a:blip>
            <a:lum/>
            <a:extLst>
              <a:ext uri="{96DAC541-7B7A-43D3-8B79-37D633B846F1}">
                <asvg:svgBlip xmlns:asvg="http://schemas.microsoft.com/office/drawing/2016/SVG/main" r:embed="rId2"/>
              </a:ext>
            </a:extLst>
          </a:blip>
          <a:srcRect/>
          <a:stretch>
            <a:fillRect l="-21000" r="-21000"/>
          </a:stretch>
        </a:blip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0CF83CB-8F92-4AB7-9B64-01CEF2E50FAB}"/>
              </a:ext>
            </a:extLst>
          </p:cNvPr>
          <p:cNvSpPr/>
          <p:nvPr userDrawn="1"/>
        </p:nvSpPr>
        <p:spPr>
          <a:xfrm>
            <a:off x="-17166" y="4812145"/>
            <a:ext cx="12209165" cy="204585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85F48017-D0DC-410F-8156-2CC1B8835B97}"/>
              </a:ext>
            </a:extLst>
          </p:cNvPr>
          <p:cNvSpPr>
            <a:spLocks noGrp="1"/>
          </p:cNvSpPr>
          <p:nvPr userDrawn="1">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4E4E4E"/>
                </a:solidFill>
                <a:latin typeface="+mn-lt"/>
              </a:defRPr>
            </a:lvl1pPr>
          </a:lstStyle>
          <a:p>
            <a:fld id="{9AF9DD18-3807-4C48-970A-157A842E3EBB}" type="slidenum">
              <a:rPr lang="en-US" smtClean="0"/>
              <a:pPr/>
              <a:t>‹#›</a:t>
            </a:fld>
            <a:endParaRPr lang="en-US"/>
          </a:p>
        </p:txBody>
      </p:sp>
      <p:sp>
        <p:nvSpPr>
          <p:cNvPr id="2" name="Title 1">
            <a:extLst>
              <a:ext uri="{FF2B5EF4-FFF2-40B4-BE49-F238E27FC236}">
                <a16:creationId xmlns:a16="http://schemas.microsoft.com/office/drawing/2014/main" id="{653F4F32-E632-4865-A830-B69385423938}"/>
              </a:ext>
            </a:extLst>
          </p:cNvPr>
          <p:cNvSpPr>
            <a:spLocks noGrp="1"/>
          </p:cNvSpPr>
          <p:nvPr userDrawn="1">
            <p:ph type="title"/>
          </p:nvPr>
        </p:nvSpPr>
        <p:spPr>
          <a:xfrm>
            <a:off x="4487799" y="5033821"/>
            <a:ext cx="7247000" cy="933086"/>
          </a:xfrm>
        </p:spPr>
        <p:txBody>
          <a:bodyPr wrap="square" tIns="182880">
            <a:noAutofit/>
          </a:bodyPr>
          <a:lstStyle>
            <a:lvl1pPr algn="l">
              <a:lnSpc>
                <a:spcPct val="100000"/>
              </a:lnSpc>
              <a:defRPr sz="3200" b="0" cap="none" baseline="0">
                <a:solidFill>
                  <a:srgbClr val="3B3758"/>
                </a:solidFill>
                <a:latin typeface="Inter ExtraBold" panose="02000503000000020004" pitchFamily="34" charset="0"/>
                <a:ea typeface="Inter ExtraBold" panose="02000503000000020004" pitchFamily="34" charset="0"/>
              </a:defRPr>
            </a:lvl1pPr>
          </a:lstStyle>
          <a:p>
            <a:r>
              <a:rPr lang="en-US"/>
              <a:t>Click to edit Master title style</a:t>
            </a:r>
          </a:p>
        </p:txBody>
      </p:sp>
      <p:sp>
        <p:nvSpPr>
          <p:cNvPr id="10" name="Text Placeholder 7">
            <a:extLst>
              <a:ext uri="{FF2B5EF4-FFF2-40B4-BE49-F238E27FC236}">
                <a16:creationId xmlns:a16="http://schemas.microsoft.com/office/drawing/2014/main" id="{93C6A534-E612-4501-9259-6FB1A507014E}"/>
              </a:ext>
            </a:extLst>
          </p:cNvPr>
          <p:cNvSpPr>
            <a:spLocks noGrp="1"/>
          </p:cNvSpPr>
          <p:nvPr userDrawn="1">
            <p:ph type="body" sz="quarter" idx="16"/>
          </p:nvPr>
        </p:nvSpPr>
        <p:spPr>
          <a:xfrm>
            <a:off x="4487799" y="5990368"/>
            <a:ext cx="7247000" cy="466477"/>
          </a:xfrm>
        </p:spPr>
        <p:txBody>
          <a:bodyPr anchor="t" anchorCtr="0"/>
          <a:lstStyle>
            <a:lvl1pPr marL="0" indent="0" algn="l">
              <a:buNone/>
              <a:defRPr sz="1800">
                <a:solidFill>
                  <a:srgbClr val="4E4E4E"/>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pic>
        <p:nvPicPr>
          <p:cNvPr id="60" name="Picture 59">
            <a:extLst>
              <a:ext uri="{FF2B5EF4-FFF2-40B4-BE49-F238E27FC236}">
                <a16:creationId xmlns:a16="http://schemas.microsoft.com/office/drawing/2014/main" id="{575BA61E-DE1B-4A61-B022-EA89673C9F0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80813" y="5489467"/>
            <a:ext cx="3393210" cy="691209"/>
          </a:xfrm>
          <a:prstGeom prst="rect">
            <a:avLst/>
          </a:prstGeom>
        </p:spPr>
      </p:pic>
    </p:spTree>
    <p:extLst>
      <p:ext uri="{BB962C8B-B14F-4D97-AF65-F5344CB8AC3E}">
        <p14:creationId xmlns:p14="http://schemas.microsoft.com/office/powerpoint/2010/main" val="291544113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_Hero Blu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CD34426C-356E-4A81-82A3-ECB3B80E82F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80813" y="5489467"/>
            <a:ext cx="3393210" cy="691209"/>
          </a:xfrm>
          <a:prstGeom prst="rect">
            <a:avLst/>
          </a:prstGeom>
        </p:spPr>
      </p:pic>
      <p:sp>
        <p:nvSpPr>
          <p:cNvPr id="4" name="Slide Number Placeholder 3">
            <a:extLst>
              <a:ext uri="{FF2B5EF4-FFF2-40B4-BE49-F238E27FC236}">
                <a16:creationId xmlns:a16="http://schemas.microsoft.com/office/drawing/2014/main" id="{BB0669A6-0264-47A5-9F14-FDCB47C56CA3}"/>
              </a:ext>
            </a:extLst>
          </p:cNvPr>
          <p:cNvSpPr>
            <a:spLocks noGrp="1"/>
          </p:cNvSpPr>
          <p:nvPr userDrawn="1">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9AF9DD18-3807-4C48-970A-157A842E3EBB}" type="slidenum">
              <a:rPr lang="en-US" smtClean="0"/>
              <a:pPr/>
              <a:t>‹#›</a:t>
            </a:fld>
            <a:endParaRPr lang="en-US"/>
          </a:p>
        </p:txBody>
      </p:sp>
      <p:sp>
        <p:nvSpPr>
          <p:cNvPr id="20" name="Title 1">
            <a:extLst>
              <a:ext uri="{FF2B5EF4-FFF2-40B4-BE49-F238E27FC236}">
                <a16:creationId xmlns:a16="http://schemas.microsoft.com/office/drawing/2014/main" id="{59B79313-2A42-48EB-BCF9-DD42DE461C69}"/>
              </a:ext>
            </a:extLst>
          </p:cNvPr>
          <p:cNvSpPr>
            <a:spLocks noGrp="1"/>
          </p:cNvSpPr>
          <p:nvPr userDrawn="1">
            <p:ph type="title"/>
          </p:nvPr>
        </p:nvSpPr>
        <p:spPr>
          <a:xfrm>
            <a:off x="475488" y="1890546"/>
            <a:ext cx="6001512" cy="1809726"/>
          </a:xfrm>
          <a:noFill/>
          <a:ln>
            <a:noFill/>
          </a:ln>
        </p:spPr>
        <p:txBody>
          <a:bodyPr spcFirstLastPara="1" vert="horz" wrap="square" lIns="0" tIns="182880" rIns="0" bIns="0" rtlCol="0" anchor="b" anchorCtr="0">
            <a:noAutofit/>
          </a:bodyPr>
          <a:lstStyle>
            <a:lvl1pPr>
              <a:lnSpc>
                <a:spcPct val="100000"/>
              </a:lnSpc>
              <a:defRPr lang="en-US" sz="4000" cap="none" baseline="0" dirty="0">
                <a:solidFill>
                  <a:schemeClr val="bg1"/>
                </a:solidFill>
                <a:latin typeface="Inter ExtraBold" panose="02000503000000020004" pitchFamily="34" charset="0"/>
                <a:ea typeface="Inter ExtraBold" panose="02000503000000020004" pitchFamily="34" charset="0"/>
              </a:defRPr>
            </a:lvl1pPr>
          </a:lstStyle>
          <a:p>
            <a:pPr marL="0" lvl="0"/>
            <a:r>
              <a:rPr lang="en-US"/>
              <a:t>Click to edit Master title style</a:t>
            </a:r>
          </a:p>
        </p:txBody>
      </p:sp>
      <p:sp>
        <p:nvSpPr>
          <p:cNvPr id="21" name="Text Placeholder 7">
            <a:extLst>
              <a:ext uri="{FF2B5EF4-FFF2-40B4-BE49-F238E27FC236}">
                <a16:creationId xmlns:a16="http://schemas.microsoft.com/office/drawing/2014/main" id="{83DD679B-27F0-439F-A54D-F8E85EB4F64F}"/>
              </a:ext>
            </a:extLst>
          </p:cNvPr>
          <p:cNvSpPr>
            <a:spLocks noGrp="1"/>
          </p:cNvSpPr>
          <p:nvPr userDrawn="1">
            <p:ph type="body" sz="quarter" idx="16"/>
          </p:nvPr>
        </p:nvSpPr>
        <p:spPr>
          <a:xfrm>
            <a:off x="475488" y="3726526"/>
            <a:ext cx="6001512"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21836161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_Hero Purpl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0669A6-0264-47A5-9F14-FDCB47C56CA3}"/>
              </a:ext>
            </a:extLst>
          </p:cNvPr>
          <p:cNvSpPr>
            <a:spLocks noGrp="1"/>
          </p:cNvSpPr>
          <p:nvPr userDrawn="1">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9AF9DD18-3807-4C48-970A-157A842E3EBB}" type="slidenum">
              <a:rPr lang="en-US" smtClean="0"/>
              <a:pPr/>
              <a:t>‹#›</a:t>
            </a:fld>
            <a:endParaRPr lang="en-US"/>
          </a:p>
        </p:txBody>
      </p:sp>
      <p:sp>
        <p:nvSpPr>
          <p:cNvPr id="21" name="Text Placeholder 7">
            <a:extLst>
              <a:ext uri="{FF2B5EF4-FFF2-40B4-BE49-F238E27FC236}">
                <a16:creationId xmlns:a16="http://schemas.microsoft.com/office/drawing/2014/main" id="{83DD679B-27F0-439F-A54D-F8E85EB4F64F}"/>
              </a:ext>
            </a:extLst>
          </p:cNvPr>
          <p:cNvSpPr>
            <a:spLocks noGrp="1"/>
          </p:cNvSpPr>
          <p:nvPr userDrawn="1">
            <p:ph type="body" sz="quarter" idx="16"/>
          </p:nvPr>
        </p:nvSpPr>
        <p:spPr>
          <a:xfrm>
            <a:off x="475488" y="3726525"/>
            <a:ext cx="6001512"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12" name="Title 1">
            <a:extLst>
              <a:ext uri="{FF2B5EF4-FFF2-40B4-BE49-F238E27FC236}">
                <a16:creationId xmlns:a16="http://schemas.microsoft.com/office/drawing/2014/main" id="{BDAB98FE-2733-45C1-94A6-25E0EDAFA544}"/>
              </a:ext>
            </a:extLst>
          </p:cNvPr>
          <p:cNvSpPr>
            <a:spLocks noGrp="1"/>
          </p:cNvSpPr>
          <p:nvPr userDrawn="1">
            <p:ph type="title"/>
          </p:nvPr>
        </p:nvSpPr>
        <p:spPr>
          <a:xfrm>
            <a:off x="475488" y="1890546"/>
            <a:ext cx="6001512" cy="1809726"/>
          </a:xfrm>
          <a:noFill/>
          <a:ln>
            <a:noFill/>
          </a:ln>
        </p:spPr>
        <p:txBody>
          <a:bodyPr spcFirstLastPara="1" vert="horz" wrap="square" lIns="0" tIns="182880" rIns="0" bIns="0" rtlCol="0" anchor="b" anchorCtr="0">
            <a:noAutofit/>
          </a:bodyPr>
          <a:lstStyle>
            <a:lvl1pPr>
              <a:lnSpc>
                <a:spcPct val="100000"/>
              </a:lnSpc>
              <a:defRPr lang="en-US" sz="4000" cap="none" baseline="0" dirty="0">
                <a:solidFill>
                  <a:schemeClr val="bg1"/>
                </a:solidFill>
                <a:latin typeface="Inter ExtraBold" panose="02000503000000020004" pitchFamily="34" charset="0"/>
                <a:ea typeface="Inter ExtraBold" panose="02000503000000020004" pitchFamily="34" charset="0"/>
              </a:defRPr>
            </a:lvl1pPr>
          </a:lstStyle>
          <a:p>
            <a:pPr marL="0" lvl="0"/>
            <a:r>
              <a:rPr lang="en-US"/>
              <a:t>Click to edit Master title style</a:t>
            </a:r>
          </a:p>
        </p:txBody>
      </p:sp>
      <p:pic>
        <p:nvPicPr>
          <p:cNvPr id="6" name="Picture 5">
            <a:extLst>
              <a:ext uri="{FF2B5EF4-FFF2-40B4-BE49-F238E27FC236}">
                <a16:creationId xmlns:a16="http://schemas.microsoft.com/office/drawing/2014/main" id="{A98C22DB-3886-47A4-B53C-D4E244C98B9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80813" y="5489467"/>
            <a:ext cx="3393210" cy="691209"/>
          </a:xfrm>
          <a:prstGeom prst="rect">
            <a:avLst/>
          </a:prstGeom>
        </p:spPr>
      </p:pic>
    </p:spTree>
    <p:extLst>
      <p:ext uri="{BB962C8B-B14F-4D97-AF65-F5344CB8AC3E}">
        <p14:creationId xmlns:p14="http://schemas.microsoft.com/office/powerpoint/2010/main" val="18463351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_Hero Gree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0669A6-0264-47A5-9F14-FDCB47C56CA3}"/>
              </a:ext>
            </a:extLst>
          </p:cNvPr>
          <p:cNvSpPr>
            <a:spLocks noGrp="1"/>
          </p:cNvSpPr>
          <p:nvPr userDrawn="1">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9AF9DD18-3807-4C48-970A-157A842E3EBB}" type="slidenum">
              <a:rPr lang="en-US" smtClean="0"/>
              <a:pPr/>
              <a:t>‹#›</a:t>
            </a:fld>
            <a:endParaRPr lang="en-US"/>
          </a:p>
        </p:txBody>
      </p:sp>
      <p:sp>
        <p:nvSpPr>
          <p:cNvPr id="21" name="Text Placeholder 7">
            <a:extLst>
              <a:ext uri="{FF2B5EF4-FFF2-40B4-BE49-F238E27FC236}">
                <a16:creationId xmlns:a16="http://schemas.microsoft.com/office/drawing/2014/main" id="{83DD679B-27F0-439F-A54D-F8E85EB4F64F}"/>
              </a:ext>
            </a:extLst>
          </p:cNvPr>
          <p:cNvSpPr>
            <a:spLocks noGrp="1"/>
          </p:cNvSpPr>
          <p:nvPr userDrawn="1">
            <p:ph type="body" sz="quarter" idx="16"/>
          </p:nvPr>
        </p:nvSpPr>
        <p:spPr>
          <a:xfrm>
            <a:off x="475488" y="3726525"/>
            <a:ext cx="6001512"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13" name="Title 1">
            <a:extLst>
              <a:ext uri="{FF2B5EF4-FFF2-40B4-BE49-F238E27FC236}">
                <a16:creationId xmlns:a16="http://schemas.microsoft.com/office/drawing/2014/main" id="{4DD57EC2-CC82-469B-BBBA-A42EEE251671}"/>
              </a:ext>
            </a:extLst>
          </p:cNvPr>
          <p:cNvSpPr>
            <a:spLocks noGrp="1"/>
          </p:cNvSpPr>
          <p:nvPr userDrawn="1">
            <p:ph type="title"/>
          </p:nvPr>
        </p:nvSpPr>
        <p:spPr>
          <a:xfrm>
            <a:off x="475488" y="1890546"/>
            <a:ext cx="6001512" cy="1809726"/>
          </a:xfrm>
          <a:noFill/>
          <a:ln>
            <a:noFill/>
          </a:ln>
        </p:spPr>
        <p:txBody>
          <a:bodyPr spcFirstLastPara="1" vert="horz" wrap="square" lIns="0" tIns="182880" rIns="0" bIns="0" rtlCol="0" anchor="b" anchorCtr="0">
            <a:noAutofit/>
          </a:bodyPr>
          <a:lstStyle>
            <a:lvl1pPr>
              <a:lnSpc>
                <a:spcPct val="100000"/>
              </a:lnSpc>
              <a:defRPr lang="en-US" sz="4000" cap="none" baseline="0" dirty="0">
                <a:solidFill>
                  <a:schemeClr val="bg1"/>
                </a:solidFill>
                <a:latin typeface="Inter ExtraBold" panose="02000503000000020004" pitchFamily="34" charset="0"/>
                <a:ea typeface="Inter ExtraBold" panose="02000503000000020004" pitchFamily="34" charset="0"/>
              </a:defRPr>
            </a:lvl1pPr>
          </a:lstStyle>
          <a:p>
            <a:pPr marL="0" lvl="0"/>
            <a:r>
              <a:rPr lang="en-US"/>
              <a:t>Click to edit Master title style</a:t>
            </a:r>
          </a:p>
        </p:txBody>
      </p:sp>
      <p:pic>
        <p:nvPicPr>
          <p:cNvPr id="6" name="Picture 5">
            <a:extLst>
              <a:ext uri="{FF2B5EF4-FFF2-40B4-BE49-F238E27FC236}">
                <a16:creationId xmlns:a16="http://schemas.microsoft.com/office/drawing/2014/main" id="{59675FFA-2442-4D2D-86D2-D27BD87F0D4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80813" y="5489467"/>
            <a:ext cx="3393210" cy="691209"/>
          </a:xfrm>
          <a:prstGeom prst="rect">
            <a:avLst/>
          </a:prstGeom>
        </p:spPr>
      </p:pic>
    </p:spTree>
    <p:extLst>
      <p:ext uri="{BB962C8B-B14F-4D97-AF65-F5344CB8AC3E}">
        <p14:creationId xmlns:p14="http://schemas.microsoft.com/office/powerpoint/2010/main" val="2135122294"/>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_Big Statem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F48017-D0DC-410F-8156-2CC1B8835B97}"/>
              </a:ext>
            </a:extLst>
          </p:cNvPr>
          <p:cNvSpPr>
            <a:spLocks noGrp="1"/>
          </p:cNvSpPr>
          <p:nvPr userDrawn="1">
            <p:ph type="sldNum" sz="quarter" idx="11"/>
          </p:nvPr>
        </p:nvSpPr>
        <p:spPr>
          <a:noFill/>
          <a:ln>
            <a:noFill/>
          </a:ln>
        </p:spPr>
        <p:txBody>
          <a:bodyPr spcFirstLastPara="1" wrap="square" lIns="0" tIns="0" rIns="27425" bIns="0" anchor="b" anchorCtr="0">
            <a:noAutofit/>
          </a:bodyPr>
          <a:lstStyle>
            <a:lvl1pPr>
              <a:defRPr lang="en-US" smtClean="0">
                <a:solidFill>
                  <a:srgbClr val="FFFFFF"/>
                </a:solidFill>
              </a:defRPr>
            </a:lvl1pPr>
          </a:lstStyle>
          <a:p>
            <a:fld id="{9AF9DD18-3807-4C48-970A-157A842E3EBB}" type="slidenum">
              <a:rPr lang="en-US" smtClean="0"/>
              <a:pPr/>
              <a:t>‹#›</a:t>
            </a:fld>
            <a:endParaRPr lang="en-US"/>
          </a:p>
        </p:txBody>
      </p:sp>
      <p:sp>
        <p:nvSpPr>
          <p:cNvPr id="2" name="Title 1">
            <a:extLst>
              <a:ext uri="{FF2B5EF4-FFF2-40B4-BE49-F238E27FC236}">
                <a16:creationId xmlns:a16="http://schemas.microsoft.com/office/drawing/2014/main" id="{06BB2AAE-6AA8-442E-B8AE-1F478F29D09F}"/>
              </a:ext>
            </a:extLst>
          </p:cNvPr>
          <p:cNvSpPr>
            <a:spLocks noGrp="1"/>
          </p:cNvSpPr>
          <p:nvPr userDrawn="1">
            <p:ph type="title"/>
          </p:nvPr>
        </p:nvSpPr>
        <p:spPr>
          <a:xfrm>
            <a:off x="1097280" y="2524137"/>
            <a:ext cx="9997440" cy="1809726"/>
          </a:xfrm>
          <a:noFill/>
          <a:ln>
            <a:noFill/>
          </a:ln>
        </p:spPr>
        <p:txBody>
          <a:bodyPr spcFirstLastPara="1" vert="horz" wrap="square" lIns="0" tIns="182880" rIns="0" bIns="0" rtlCol="0" anchor="ctr" anchorCtr="0">
            <a:noAutofit/>
          </a:bodyPr>
          <a:lstStyle>
            <a:lvl1pPr algn="ctr">
              <a:defRPr lang="en-US" sz="3600" cap="none" baseline="0" dirty="0">
                <a:solidFill>
                  <a:schemeClr val="bg1"/>
                </a:solidFill>
                <a:latin typeface="Inter ExtraBold" panose="02000503000000020004" pitchFamily="34" charset="0"/>
                <a:ea typeface="Inter ExtraBold" panose="02000503000000020004" pitchFamily="34" charset="0"/>
              </a:defRPr>
            </a:lvl1pPr>
          </a:lstStyle>
          <a:p>
            <a:pPr marL="0" lvl="0"/>
            <a:r>
              <a:rPr lang="en-US"/>
              <a:t>Click to edit Master title style</a:t>
            </a:r>
          </a:p>
        </p:txBody>
      </p:sp>
      <p:pic>
        <p:nvPicPr>
          <p:cNvPr id="12" name="Picture 11">
            <a:extLst>
              <a:ext uri="{FF2B5EF4-FFF2-40B4-BE49-F238E27FC236}">
                <a16:creationId xmlns:a16="http://schemas.microsoft.com/office/drawing/2014/main" id="{E04C816D-E142-42AC-8151-B7A1198614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399395" y="5489467"/>
            <a:ext cx="3393210" cy="691209"/>
          </a:xfrm>
          <a:prstGeom prst="rect">
            <a:avLst/>
          </a:prstGeom>
        </p:spPr>
      </p:pic>
    </p:spTree>
    <p:extLst>
      <p:ext uri="{BB962C8B-B14F-4D97-AF65-F5344CB8AC3E}">
        <p14:creationId xmlns:p14="http://schemas.microsoft.com/office/powerpoint/2010/main" val="409201042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_Section Divider Blu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0669A6-0264-47A5-9F14-FDCB47C56CA3}"/>
              </a:ext>
            </a:extLst>
          </p:cNvPr>
          <p:cNvSpPr>
            <a:spLocks noGrp="1"/>
          </p:cNvSpPr>
          <p:nvPr userDrawn="1">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9AF9DD18-3807-4C48-970A-157A842E3EBB}" type="slidenum">
              <a:rPr lang="en-US" smtClean="0"/>
              <a:pPr/>
              <a:t>‹#›</a:t>
            </a:fld>
            <a:endParaRPr lang="en-US"/>
          </a:p>
        </p:txBody>
      </p:sp>
      <p:sp>
        <p:nvSpPr>
          <p:cNvPr id="20" name="Title 1">
            <a:extLst>
              <a:ext uri="{FF2B5EF4-FFF2-40B4-BE49-F238E27FC236}">
                <a16:creationId xmlns:a16="http://schemas.microsoft.com/office/drawing/2014/main" id="{59B79313-2A42-48EB-BCF9-DD42DE461C69}"/>
              </a:ext>
            </a:extLst>
          </p:cNvPr>
          <p:cNvSpPr>
            <a:spLocks noGrp="1"/>
          </p:cNvSpPr>
          <p:nvPr userDrawn="1">
            <p:ph type="title"/>
          </p:nvPr>
        </p:nvSpPr>
        <p:spPr>
          <a:xfrm>
            <a:off x="475488" y="1738146"/>
            <a:ext cx="8191874" cy="1809726"/>
          </a:xfrm>
          <a:noFill/>
          <a:ln>
            <a:noFill/>
          </a:ln>
        </p:spPr>
        <p:txBody>
          <a:bodyPr spcFirstLastPara="1" vert="horz" wrap="square" lIns="0" tIns="182880" rIns="0" bIns="0" rtlCol="0" anchor="b" anchorCtr="0">
            <a:noAutofit/>
          </a:bodyPr>
          <a:lstStyle>
            <a:lvl1pPr>
              <a:defRPr lang="en-US" sz="4000" dirty="0">
                <a:solidFill>
                  <a:schemeClr val="bg1"/>
                </a:solidFill>
                <a:latin typeface="Inter ExtraBold" panose="02000503000000020004" pitchFamily="34" charset="0"/>
                <a:ea typeface="Inter ExtraBold" panose="02000503000000020004" pitchFamily="34" charset="0"/>
              </a:defRPr>
            </a:lvl1pPr>
          </a:lstStyle>
          <a:p>
            <a:pPr marL="0" lvl="0">
              <a:lnSpc>
                <a:spcPct val="100000"/>
              </a:lnSpc>
            </a:pPr>
            <a:r>
              <a:rPr lang="en-US"/>
              <a:t>Click to edit Master title style</a:t>
            </a:r>
          </a:p>
        </p:txBody>
      </p:sp>
      <p:sp>
        <p:nvSpPr>
          <p:cNvPr id="21" name="Text Placeholder 7">
            <a:extLst>
              <a:ext uri="{FF2B5EF4-FFF2-40B4-BE49-F238E27FC236}">
                <a16:creationId xmlns:a16="http://schemas.microsoft.com/office/drawing/2014/main" id="{83DD679B-27F0-439F-A54D-F8E85EB4F64F}"/>
              </a:ext>
            </a:extLst>
          </p:cNvPr>
          <p:cNvSpPr>
            <a:spLocks noGrp="1"/>
          </p:cNvSpPr>
          <p:nvPr userDrawn="1">
            <p:ph type="body" sz="quarter" idx="16"/>
          </p:nvPr>
        </p:nvSpPr>
        <p:spPr>
          <a:xfrm>
            <a:off x="475488" y="3574126"/>
            <a:ext cx="8191874"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pic>
        <p:nvPicPr>
          <p:cNvPr id="6" name="Picture 5">
            <a:extLst>
              <a:ext uri="{FF2B5EF4-FFF2-40B4-BE49-F238E27FC236}">
                <a16:creationId xmlns:a16="http://schemas.microsoft.com/office/drawing/2014/main" id="{9BE104DE-16EE-4AC7-8315-F5C6754BA7C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3519820849"/>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_Section Divider Purpl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0669A6-0264-47A5-9F14-FDCB47C56CA3}"/>
              </a:ext>
            </a:extLst>
          </p:cNvPr>
          <p:cNvSpPr>
            <a:spLocks noGrp="1"/>
          </p:cNvSpPr>
          <p:nvPr userDrawn="1">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9AF9DD18-3807-4C48-970A-157A842E3EBB}" type="slidenum">
              <a:rPr lang="en-US" smtClean="0"/>
              <a:pPr/>
              <a:t>‹#›</a:t>
            </a:fld>
            <a:endParaRPr lang="en-US"/>
          </a:p>
        </p:txBody>
      </p:sp>
      <p:sp>
        <p:nvSpPr>
          <p:cNvPr id="11" name="Title 1">
            <a:extLst>
              <a:ext uri="{FF2B5EF4-FFF2-40B4-BE49-F238E27FC236}">
                <a16:creationId xmlns:a16="http://schemas.microsoft.com/office/drawing/2014/main" id="{934394AA-5CB8-4C7C-9D08-868405AFE928}"/>
              </a:ext>
            </a:extLst>
          </p:cNvPr>
          <p:cNvSpPr>
            <a:spLocks noGrp="1"/>
          </p:cNvSpPr>
          <p:nvPr userDrawn="1">
            <p:ph type="title"/>
          </p:nvPr>
        </p:nvSpPr>
        <p:spPr>
          <a:xfrm>
            <a:off x="475488" y="1738146"/>
            <a:ext cx="8191874" cy="1809726"/>
          </a:xfrm>
          <a:noFill/>
          <a:ln>
            <a:noFill/>
          </a:ln>
        </p:spPr>
        <p:txBody>
          <a:bodyPr spcFirstLastPara="1" vert="horz" wrap="square" lIns="0" tIns="182880" rIns="0" bIns="0" rtlCol="0" anchor="b" anchorCtr="0">
            <a:noAutofit/>
          </a:bodyPr>
          <a:lstStyle>
            <a:lvl1pPr>
              <a:defRPr lang="en-US" sz="4000" dirty="0">
                <a:solidFill>
                  <a:schemeClr val="bg1"/>
                </a:solidFill>
                <a:latin typeface="Inter ExtraBold" panose="02000503000000020004" pitchFamily="34" charset="0"/>
                <a:ea typeface="Inter ExtraBold" panose="02000503000000020004" pitchFamily="34" charset="0"/>
              </a:defRPr>
            </a:lvl1pPr>
          </a:lstStyle>
          <a:p>
            <a:pPr marL="0" lvl="0">
              <a:lnSpc>
                <a:spcPct val="100000"/>
              </a:lnSpc>
            </a:pPr>
            <a:r>
              <a:rPr lang="en-US"/>
              <a:t>Click to edit Master title style</a:t>
            </a:r>
          </a:p>
        </p:txBody>
      </p:sp>
      <p:sp>
        <p:nvSpPr>
          <p:cNvPr id="14" name="Text Placeholder 7">
            <a:extLst>
              <a:ext uri="{FF2B5EF4-FFF2-40B4-BE49-F238E27FC236}">
                <a16:creationId xmlns:a16="http://schemas.microsoft.com/office/drawing/2014/main" id="{D8512980-5413-4818-A8E0-9C1E76B5C8FB}"/>
              </a:ext>
            </a:extLst>
          </p:cNvPr>
          <p:cNvSpPr>
            <a:spLocks noGrp="1"/>
          </p:cNvSpPr>
          <p:nvPr userDrawn="1">
            <p:ph type="body" sz="quarter" idx="16"/>
          </p:nvPr>
        </p:nvSpPr>
        <p:spPr>
          <a:xfrm>
            <a:off x="475488" y="3574126"/>
            <a:ext cx="8191874"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pic>
        <p:nvPicPr>
          <p:cNvPr id="6" name="Picture 5">
            <a:extLst>
              <a:ext uri="{FF2B5EF4-FFF2-40B4-BE49-F238E27FC236}">
                <a16:creationId xmlns:a16="http://schemas.microsoft.com/office/drawing/2014/main" id="{45ACAE51-2BEC-44E9-A6EF-60B2172FF6F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2399675828"/>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_Section Divider Gree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0669A6-0264-47A5-9F14-FDCB47C56CA3}"/>
              </a:ext>
            </a:extLst>
          </p:cNvPr>
          <p:cNvSpPr>
            <a:spLocks noGrp="1"/>
          </p:cNvSpPr>
          <p:nvPr userDrawn="1">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9AF9DD18-3807-4C48-970A-157A842E3EBB}" type="slidenum">
              <a:rPr lang="en-US" smtClean="0"/>
              <a:pPr/>
              <a:t>‹#›</a:t>
            </a:fld>
            <a:endParaRPr lang="en-US"/>
          </a:p>
        </p:txBody>
      </p:sp>
      <p:sp>
        <p:nvSpPr>
          <p:cNvPr id="10" name="Title 1">
            <a:extLst>
              <a:ext uri="{FF2B5EF4-FFF2-40B4-BE49-F238E27FC236}">
                <a16:creationId xmlns:a16="http://schemas.microsoft.com/office/drawing/2014/main" id="{53D28D4E-19E4-4A6F-838D-C95D7F775120}"/>
              </a:ext>
            </a:extLst>
          </p:cNvPr>
          <p:cNvSpPr>
            <a:spLocks noGrp="1"/>
          </p:cNvSpPr>
          <p:nvPr userDrawn="1">
            <p:ph type="title"/>
          </p:nvPr>
        </p:nvSpPr>
        <p:spPr>
          <a:xfrm>
            <a:off x="475488" y="1738146"/>
            <a:ext cx="8191874" cy="1809726"/>
          </a:xfrm>
          <a:noFill/>
          <a:ln>
            <a:noFill/>
          </a:ln>
        </p:spPr>
        <p:txBody>
          <a:bodyPr spcFirstLastPara="1" vert="horz" wrap="square" lIns="0" tIns="182880" rIns="0" bIns="0" rtlCol="0" anchor="b" anchorCtr="0">
            <a:noAutofit/>
          </a:bodyPr>
          <a:lstStyle>
            <a:lvl1pPr>
              <a:defRPr lang="en-US" sz="4000" dirty="0">
                <a:solidFill>
                  <a:schemeClr val="bg1"/>
                </a:solidFill>
                <a:latin typeface="Inter ExtraBold" panose="02000503000000020004" pitchFamily="34" charset="0"/>
                <a:ea typeface="Inter ExtraBold" panose="02000503000000020004" pitchFamily="34" charset="0"/>
              </a:defRPr>
            </a:lvl1pPr>
          </a:lstStyle>
          <a:p>
            <a:pPr marL="0" lvl="0">
              <a:lnSpc>
                <a:spcPct val="100000"/>
              </a:lnSpc>
            </a:pPr>
            <a:r>
              <a:rPr lang="en-US"/>
              <a:t>Click to edit Master title style</a:t>
            </a:r>
          </a:p>
        </p:txBody>
      </p:sp>
      <p:sp>
        <p:nvSpPr>
          <p:cNvPr id="11" name="Text Placeholder 7">
            <a:extLst>
              <a:ext uri="{FF2B5EF4-FFF2-40B4-BE49-F238E27FC236}">
                <a16:creationId xmlns:a16="http://schemas.microsoft.com/office/drawing/2014/main" id="{6B288257-AAF7-453B-86A2-C0A9063973F9}"/>
              </a:ext>
            </a:extLst>
          </p:cNvPr>
          <p:cNvSpPr>
            <a:spLocks noGrp="1"/>
          </p:cNvSpPr>
          <p:nvPr userDrawn="1">
            <p:ph type="body" sz="quarter" idx="16"/>
          </p:nvPr>
        </p:nvSpPr>
        <p:spPr>
          <a:xfrm>
            <a:off x="475488" y="3574126"/>
            <a:ext cx="8191874"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pic>
        <p:nvPicPr>
          <p:cNvPr id="6" name="Picture 5">
            <a:extLst>
              <a:ext uri="{FF2B5EF4-FFF2-40B4-BE49-F238E27FC236}">
                <a16:creationId xmlns:a16="http://schemas.microsoft.com/office/drawing/2014/main" id="{A5757AC1-E4F0-40F2-9799-312C1ACF751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197231096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_Ttl, Sub, Cont, 1 Lrg Photo ">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3FCB3B-BC41-4A72-AD03-21431CCE09E2}"/>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16" name="Picture Placeholder">
            <a:extLst>
              <a:ext uri="{FF2B5EF4-FFF2-40B4-BE49-F238E27FC236}">
                <a16:creationId xmlns:a16="http://schemas.microsoft.com/office/drawing/2014/main" id="{D607F1AA-1642-499E-860F-D0C65470C94F}"/>
              </a:ext>
            </a:extLst>
          </p:cNvPr>
          <p:cNvSpPr>
            <a:spLocks noGrp="1"/>
          </p:cNvSpPr>
          <p:nvPr>
            <p:ph type="pic" idx="1"/>
          </p:nvPr>
        </p:nvSpPr>
        <p:spPr bwMode="gray">
          <a:xfrm>
            <a:off x="6326188" y="0"/>
            <a:ext cx="5865814" cy="6569765"/>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7" name="WBD logo">
            <a:extLst>
              <a:ext uri="{FF2B5EF4-FFF2-40B4-BE49-F238E27FC236}">
                <a16:creationId xmlns:a16="http://schemas.microsoft.com/office/drawing/2014/main" id="{D907E8DC-D76D-4AEE-9B28-07F1EE32BB2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
        <p:nvSpPr>
          <p:cNvPr id="8" name="Content Placeholder 7">
            <a:extLst>
              <a:ext uri="{FF2B5EF4-FFF2-40B4-BE49-F238E27FC236}">
                <a16:creationId xmlns:a16="http://schemas.microsoft.com/office/drawing/2014/main" id="{399820BB-0DCA-4FEB-81AB-4544034BA0AE}"/>
              </a:ext>
            </a:extLst>
          </p:cNvPr>
          <p:cNvSpPr>
            <a:spLocks noGrp="1"/>
          </p:cNvSpPr>
          <p:nvPr>
            <p:ph sz="quarter" idx="16"/>
          </p:nvPr>
        </p:nvSpPr>
        <p:spPr>
          <a:xfrm>
            <a:off x="457200" y="1562100"/>
            <a:ext cx="5632450"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5632704"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393192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1" name="Text Placeholder 9">
            <a:extLst>
              <a:ext uri="{FF2B5EF4-FFF2-40B4-BE49-F238E27FC236}">
                <a16:creationId xmlns:a16="http://schemas.microsoft.com/office/drawing/2014/main" id="{93CE1115-A02C-4605-9B2C-F37035691722}"/>
              </a:ext>
            </a:extLst>
          </p:cNvPr>
          <p:cNvSpPr>
            <a:spLocks noGrp="1"/>
          </p:cNvSpPr>
          <p:nvPr>
            <p:ph type="body" sz="quarter" idx="17" hasCustomPrompt="1"/>
          </p:nvPr>
        </p:nvSpPr>
        <p:spPr>
          <a:xfrm>
            <a:off x="457200" y="941832"/>
            <a:ext cx="5632450"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Tree>
    <p:extLst>
      <p:ext uri="{BB962C8B-B14F-4D97-AF65-F5344CB8AC3E}">
        <p14:creationId xmlns:p14="http://schemas.microsoft.com/office/powerpoint/2010/main" val="3954559711"/>
      </p:ext>
    </p:extLst>
  </p:cSld>
  <p:clrMapOvr>
    <a:masterClrMapping/>
  </p:clrMapOvr>
  <p:transition>
    <p:fade/>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_Ttl, Sub, Cont, 1 Photo ">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4EA90D6-9FF6-444B-B94F-DAF3700A2BAA}"/>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16" name="Content Placeholder 7">
            <a:extLst>
              <a:ext uri="{FF2B5EF4-FFF2-40B4-BE49-F238E27FC236}">
                <a16:creationId xmlns:a16="http://schemas.microsoft.com/office/drawing/2014/main" id="{9DCDD7E3-F7C0-44FA-BFAC-53FFF7875C76}"/>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3">
            <a:extLst>
              <a:ext uri="{FF2B5EF4-FFF2-40B4-BE49-F238E27FC236}">
                <a16:creationId xmlns:a16="http://schemas.microsoft.com/office/drawing/2014/main" id="{60D29E3B-9686-4BBE-9219-B6B7D3F68B83}"/>
              </a:ext>
            </a:extLst>
          </p:cNvPr>
          <p:cNvSpPr>
            <a:spLocks noGrp="1"/>
          </p:cNvSpPr>
          <p:nvPr>
            <p:ph type="pic" idx="25"/>
          </p:nvPr>
        </p:nvSpPr>
        <p:spPr bwMode="gray">
          <a:xfrm>
            <a:off x="8214360" y="-1"/>
            <a:ext cx="3977640" cy="6569766"/>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2" name="Text Placeholder 9">
            <a:extLst>
              <a:ext uri="{FF2B5EF4-FFF2-40B4-BE49-F238E27FC236}">
                <a16:creationId xmlns:a16="http://schemas.microsoft.com/office/drawing/2014/main" id="{E4F9E743-EE86-464B-85AD-050B2F546659}"/>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1" name="WBD logo">
            <a:extLst>
              <a:ext uri="{FF2B5EF4-FFF2-40B4-BE49-F238E27FC236}">
                <a16:creationId xmlns:a16="http://schemas.microsoft.com/office/drawing/2014/main" id="{9F044DDC-3212-44FD-9565-5D19CABF749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1822822961"/>
      </p:ext>
    </p:extLst>
  </p:cSld>
  <p:clrMapOvr>
    <a:masterClrMapping/>
  </p:clrMapOvr>
  <p:transition>
    <p:fade/>
  </p:transition>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_Ttl, Sub, Cont, 2 Photo ">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94CFC67-F05B-4DB8-AA62-024C58DC074F}"/>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16" name="Picture Placeholder 3">
            <a:extLst>
              <a:ext uri="{FF2B5EF4-FFF2-40B4-BE49-F238E27FC236}">
                <a16:creationId xmlns:a16="http://schemas.microsoft.com/office/drawing/2014/main" id="{2B157BE7-CBA5-4FE7-810E-28EAA2D79E5C}"/>
              </a:ext>
            </a:extLst>
          </p:cNvPr>
          <p:cNvSpPr>
            <a:spLocks noGrp="1"/>
          </p:cNvSpPr>
          <p:nvPr>
            <p:ph type="pic" idx="26"/>
          </p:nvPr>
        </p:nvSpPr>
        <p:spPr bwMode="gray">
          <a:xfrm>
            <a:off x="8214360" y="3375204"/>
            <a:ext cx="3977640" cy="3196021"/>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9" name="Picture Placeholder 3">
            <a:extLst>
              <a:ext uri="{FF2B5EF4-FFF2-40B4-BE49-F238E27FC236}">
                <a16:creationId xmlns:a16="http://schemas.microsoft.com/office/drawing/2014/main" id="{ABC337CB-7C6C-4E2A-BD57-EBC5D7CAE813}"/>
              </a:ext>
            </a:extLst>
          </p:cNvPr>
          <p:cNvSpPr>
            <a:spLocks noGrp="1"/>
          </p:cNvSpPr>
          <p:nvPr>
            <p:ph type="pic" idx="22"/>
          </p:nvPr>
        </p:nvSpPr>
        <p:spPr bwMode="gray">
          <a:xfrm>
            <a:off x="8214360" y="0"/>
            <a:ext cx="3977640" cy="3256332"/>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7" name="Content Placeholder 7">
            <a:extLst>
              <a:ext uri="{FF2B5EF4-FFF2-40B4-BE49-F238E27FC236}">
                <a16:creationId xmlns:a16="http://schemas.microsoft.com/office/drawing/2014/main" id="{0488C98A-A1D0-494E-BDB7-ED2CBC373EA3}"/>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51B7D544-2DFF-4DE2-A618-590B9C14E82F}"/>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3" name="WBD logo">
            <a:extLst>
              <a:ext uri="{FF2B5EF4-FFF2-40B4-BE49-F238E27FC236}">
                <a16:creationId xmlns:a16="http://schemas.microsoft.com/office/drawing/2014/main" id="{E4266076-61BE-4AEA-A264-F020CE25669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3685660961"/>
      </p:ext>
    </p:extLst>
  </p:cSld>
  <p:clrMapOvr>
    <a:masterClrMapping/>
  </p:clrMapOvr>
  <p:transition>
    <p:fade/>
  </p:transition>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K_Ttl, Sub, Cont, 3 Photo ">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7CF1840-935B-4CF1-8870-3808998A2C08}"/>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17" name="Picture Placeholder 3">
            <a:extLst>
              <a:ext uri="{FF2B5EF4-FFF2-40B4-BE49-F238E27FC236}">
                <a16:creationId xmlns:a16="http://schemas.microsoft.com/office/drawing/2014/main" id="{EB6643FE-82C7-41D6-8811-643C175F8B4A}"/>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3">
            <a:extLst>
              <a:ext uri="{FF2B5EF4-FFF2-40B4-BE49-F238E27FC236}">
                <a16:creationId xmlns:a16="http://schemas.microsoft.com/office/drawing/2014/main" id="{25F85FEA-6F35-44F3-AE7E-4ED5AB9549F2}"/>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1" name="Picture Placeholder 3">
            <a:extLst>
              <a:ext uri="{FF2B5EF4-FFF2-40B4-BE49-F238E27FC236}">
                <a16:creationId xmlns:a16="http://schemas.microsoft.com/office/drawing/2014/main" id="{4093F012-17EF-4A6D-92F9-25F6899834A6}"/>
              </a:ext>
            </a:extLst>
          </p:cNvPr>
          <p:cNvSpPr>
            <a:spLocks noGrp="1"/>
          </p:cNvSpPr>
          <p:nvPr>
            <p:ph type="pic" idx="28"/>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8" name="Content Placeholder 7">
            <a:extLst>
              <a:ext uri="{FF2B5EF4-FFF2-40B4-BE49-F238E27FC236}">
                <a16:creationId xmlns:a16="http://schemas.microsoft.com/office/drawing/2014/main" id="{94705653-CC2D-4C8B-A973-B4C8858B8830}"/>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A7A2E594-9F25-41E2-96A8-21D00C84D4FF}"/>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4" name="WBD logo">
            <a:extLst>
              <a:ext uri="{FF2B5EF4-FFF2-40B4-BE49-F238E27FC236}">
                <a16:creationId xmlns:a16="http://schemas.microsoft.com/office/drawing/2014/main" id="{90795350-8DF2-48BE-B63C-796B3C1996F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475910556"/>
      </p:ext>
    </p:extLst>
  </p:cSld>
  <p:clrMapOvr>
    <a:masterClrMapping/>
  </p:clrMapOvr>
  <p:transition>
    <p:fade/>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K_Ttl, Sub, Cont, 4 Photo ">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D7312C1-07B8-4B91-ADEA-FE579ABBC8F1}"/>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19" name="Picture Placeholder 3">
            <a:extLst>
              <a:ext uri="{FF2B5EF4-FFF2-40B4-BE49-F238E27FC236}">
                <a16:creationId xmlns:a16="http://schemas.microsoft.com/office/drawing/2014/main" id="{7224E74F-A5ED-49BF-8A2D-80FDB9A881FE}"/>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2" name="Picture Placeholder 3">
            <a:extLst>
              <a:ext uri="{FF2B5EF4-FFF2-40B4-BE49-F238E27FC236}">
                <a16:creationId xmlns:a16="http://schemas.microsoft.com/office/drawing/2014/main" id="{5BDA89AA-29EB-4628-9411-FFF54AC4D3E2}"/>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F9CC20BA-71A8-4678-8757-8D51C93DAA4B}"/>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72B16EB6-141E-4660-B661-2B8D9804C6E3}"/>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8" name="Content Placeholder 7">
            <a:extLst>
              <a:ext uri="{FF2B5EF4-FFF2-40B4-BE49-F238E27FC236}">
                <a16:creationId xmlns:a16="http://schemas.microsoft.com/office/drawing/2014/main" id="{D28B1C8C-0C30-4812-AEA2-5E34B5ACCC76}"/>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9">
            <a:extLst>
              <a:ext uri="{FF2B5EF4-FFF2-40B4-BE49-F238E27FC236}">
                <a16:creationId xmlns:a16="http://schemas.microsoft.com/office/drawing/2014/main" id="{7EECE764-1F5E-4AE0-8AAB-619E542D58C5}"/>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5" name="WBD logo">
            <a:extLst>
              <a:ext uri="{FF2B5EF4-FFF2-40B4-BE49-F238E27FC236}">
                <a16:creationId xmlns:a16="http://schemas.microsoft.com/office/drawing/2014/main" id="{6DE1E741-F7F1-400A-A463-AFBDC059D4A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1298552904"/>
      </p:ext>
    </p:extLst>
  </p:cSld>
  <p:clrMapOvr>
    <a:masterClrMapping/>
  </p:clrMapOvr>
  <p:transition>
    <p:fade/>
  </p:transition>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K_Ttl, Sub, Cont, 5 Photo ">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00E371C-F0DD-4A7C-B21C-FFBA75F04AF4}"/>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20" name="Picture Placeholder 3">
            <a:extLst>
              <a:ext uri="{FF2B5EF4-FFF2-40B4-BE49-F238E27FC236}">
                <a16:creationId xmlns:a16="http://schemas.microsoft.com/office/drawing/2014/main" id="{926B42F6-ED2F-4189-9FC9-BF7AB1FCD0E0}"/>
              </a:ext>
            </a:extLst>
          </p:cNvPr>
          <p:cNvSpPr>
            <a:spLocks noGrp="1"/>
          </p:cNvSpPr>
          <p:nvPr>
            <p:ph type="pic" idx="28"/>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1" name="Picture Placeholder 3">
            <a:extLst>
              <a:ext uri="{FF2B5EF4-FFF2-40B4-BE49-F238E27FC236}">
                <a16:creationId xmlns:a16="http://schemas.microsoft.com/office/drawing/2014/main" id="{AE691C4A-18FF-443C-B62E-2C974AF27EF4}"/>
              </a:ext>
            </a:extLst>
          </p:cNvPr>
          <p:cNvSpPr>
            <a:spLocks noGrp="1"/>
          </p:cNvSpPr>
          <p:nvPr>
            <p:ph type="pic" idx="30"/>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3">
            <a:extLst>
              <a:ext uri="{FF2B5EF4-FFF2-40B4-BE49-F238E27FC236}">
                <a16:creationId xmlns:a16="http://schemas.microsoft.com/office/drawing/2014/main" id="{24DC49C2-6FA6-4ED2-AED1-56A7FC7A7604}"/>
              </a:ext>
            </a:extLst>
          </p:cNvPr>
          <p:cNvSpPr>
            <a:spLocks noGrp="1"/>
          </p:cNvSpPr>
          <p:nvPr>
            <p:ph type="pic" idx="29"/>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6" name="Picture Placeholder 3">
            <a:extLst>
              <a:ext uri="{FF2B5EF4-FFF2-40B4-BE49-F238E27FC236}">
                <a16:creationId xmlns:a16="http://schemas.microsoft.com/office/drawing/2014/main" id="{5CF97B0C-18CB-4036-B49E-8043D788637E}"/>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0E85198D-1F17-4238-9FF0-7B1C81248A5A}"/>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9" name="Content Placeholder 7">
            <a:extLst>
              <a:ext uri="{FF2B5EF4-FFF2-40B4-BE49-F238E27FC236}">
                <a16:creationId xmlns:a16="http://schemas.microsoft.com/office/drawing/2014/main" id="{D682A40C-7968-47A7-94D1-25E0869CCFD1}"/>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9F47E4C2-3515-4A4C-AC5B-D3388990A534}"/>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6" name="WBD logo">
            <a:extLst>
              <a:ext uri="{FF2B5EF4-FFF2-40B4-BE49-F238E27FC236}">
                <a16:creationId xmlns:a16="http://schemas.microsoft.com/office/drawing/2014/main" id="{F5B3C537-E796-4762-BC13-300B2E7D80D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1771821873"/>
      </p:ext>
    </p:extLst>
  </p:cSld>
  <p:clrMapOvr>
    <a:masterClrMapping/>
  </p:clrMapOvr>
  <p:transition>
    <p:fade/>
  </p:transition>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K_Ttl, Sub, Cont, 6 Photo ">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B82CEBA-F0B5-40D5-B061-ECE5EB0D16BA}"/>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22" name="Picture Placeholder 3">
            <a:extLst>
              <a:ext uri="{FF2B5EF4-FFF2-40B4-BE49-F238E27FC236}">
                <a16:creationId xmlns:a16="http://schemas.microsoft.com/office/drawing/2014/main" id="{D25DAD70-610F-4F41-8F20-397614E03490}"/>
              </a:ext>
            </a:extLst>
          </p:cNvPr>
          <p:cNvSpPr>
            <a:spLocks noGrp="1"/>
          </p:cNvSpPr>
          <p:nvPr>
            <p:ph type="pic" idx="29"/>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1AC29787-FCB5-4E9F-A06B-E82B59C5186F}"/>
              </a:ext>
            </a:extLst>
          </p:cNvPr>
          <p:cNvSpPr>
            <a:spLocks noGrp="1"/>
          </p:cNvSpPr>
          <p:nvPr>
            <p:ph type="pic" idx="32"/>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D5861BE8-A4CB-47E4-8BC7-A164FD2C8926}"/>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a:extLst>
              <a:ext uri="{FF2B5EF4-FFF2-40B4-BE49-F238E27FC236}">
                <a16:creationId xmlns:a16="http://schemas.microsoft.com/office/drawing/2014/main" id="{B8CEEA6F-9C8B-4D7D-8601-9A18C2183ADC}"/>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3">
            <a:extLst>
              <a:ext uri="{FF2B5EF4-FFF2-40B4-BE49-F238E27FC236}">
                <a16:creationId xmlns:a16="http://schemas.microsoft.com/office/drawing/2014/main" id="{4AB09242-3CB7-4C98-A2E5-D491907AA978}"/>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0" name="Picture Placeholder 3">
            <a:extLst>
              <a:ext uri="{FF2B5EF4-FFF2-40B4-BE49-F238E27FC236}">
                <a16:creationId xmlns:a16="http://schemas.microsoft.com/office/drawing/2014/main" id="{0FEF8AD0-0079-45C7-8E71-D5B974FAD538}"/>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0" name="Content Placeholder 7">
            <a:extLst>
              <a:ext uri="{FF2B5EF4-FFF2-40B4-BE49-F238E27FC236}">
                <a16:creationId xmlns:a16="http://schemas.microsoft.com/office/drawing/2014/main" id="{5E117F9A-B55D-4CA8-A8FC-E63C2A63E920}"/>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9">
            <a:extLst>
              <a:ext uri="{FF2B5EF4-FFF2-40B4-BE49-F238E27FC236}">
                <a16:creationId xmlns:a16="http://schemas.microsoft.com/office/drawing/2014/main" id="{9CBB017C-ACF5-4A1B-B431-ED75BF5D8A78}"/>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7" name="WBD logo">
            <a:extLst>
              <a:ext uri="{FF2B5EF4-FFF2-40B4-BE49-F238E27FC236}">
                <a16:creationId xmlns:a16="http://schemas.microsoft.com/office/drawing/2014/main" id="{6E91A493-B691-41C8-A03D-3D36F27E626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39474916"/>
      </p:ext>
    </p:extLst>
  </p:cSld>
  <p:clrMapOvr>
    <a:masterClrMapping/>
  </p:clrMapOvr>
  <p:transition>
    <p:fade/>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_Ttl, Sub, Cont, Tkwy, 1 Lrg Photo ">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E3A2F69-DE12-483F-8F9E-5130FFC225FC}"/>
              </a:ext>
            </a:extLst>
          </p:cNvPr>
          <p:cNvPicPr>
            <a:picLocks noChangeAspect="1"/>
          </p:cNvPicPr>
          <p:nvPr userDrawn="1"/>
        </p:nvPicPr>
        <p:blipFill>
          <a:blip r:embed="rId2"/>
          <a:stretch>
            <a:fillRect/>
          </a:stretch>
        </p:blipFill>
        <p:spPr>
          <a:xfrm>
            <a:off x="0" y="6565392"/>
            <a:ext cx="12192000" cy="292608"/>
          </a:xfrm>
          <a:prstGeom prst="rect">
            <a:avLst/>
          </a:prstGeom>
        </p:spPr>
      </p:pic>
      <p:pic>
        <p:nvPicPr>
          <p:cNvPr id="3" name="Takeaway box png">
            <a:extLst>
              <a:ext uri="{FF2B5EF4-FFF2-40B4-BE49-F238E27FC236}">
                <a16:creationId xmlns:a16="http://schemas.microsoft.com/office/drawing/2014/main" id="{515DFFFF-1B06-49B0-AB54-EA9530B01B79}"/>
              </a:ext>
            </a:extLst>
          </p:cNvPr>
          <p:cNvPicPr>
            <a:picLocks noChangeAspect="1"/>
          </p:cNvPicPr>
          <p:nvPr userDrawn="1"/>
        </p:nvPicPr>
        <p:blipFill>
          <a:blip r:embed="rId3"/>
          <a:stretch>
            <a:fillRect/>
          </a:stretch>
        </p:blipFill>
        <p:spPr>
          <a:xfrm>
            <a:off x="457200" y="5527450"/>
            <a:ext cx="5627096" cy="597460"/>
          </a:xfrm>
          <a:prstGeom prst="rect">
            <a:avLst/>
          </a:prstGeom>
        </p:spPr>
      </p:pic>
      <p:sp>
        <p:nvSpPr>
          <p:cNvPr id="26" name="Takeaway text">
            <a:extLst>
              <a:ext uri="{FF2B5EF4-FFF2-40B4-BE49-F238E27FC236}">
                <a16:creationId xmlns:a16="http://schemas.microsoft.com/office/drawing/2014/main" id="{85E95868-F764-45FD-8525-794FE2B0E189}"/>
              </a:ext>
            </a:extLst>
          </p:cNvPr>
          <p:cNvSpPr>
            <a:spLocks noGrp="1"/>
          </p:cNvSpPr>
          <p:nvPr>
            <p:ph type="body" sz="quarter" idx="16"/>
          </p:nvPr>
        </p:nvSpPr>
        <p:spPr>
          <a:xfrm>
            <a:off x="585216" y="5532090"/>
            <a:ext cx="5391635" cy="594360"/>
          </a:xfrm>
        </p:spPr>
        <p:txBody>
          <a:bodyPr anchor="ctr" anchorCtr="0"/>
          <a:lstStyle>
            <a:lvl1pPr marL="0" marR="0" indent="0" algn="ctr" defTabSz="914400" rtl="0" eaLnBrk="1" latinLnBrk="0" hangingPunct="1">
              <a:lnSpc>
                <a:spcPct val="100000"/>
              </a:lnSpc>
              <a:spcBef>
                <a:spcPts val="600"/>
              </a:spcBef>
              <a:spcAft>
                <a:spcPts val="0"/>
              </a:spcAft>
              <a:buClr>
                <a:srgbClr val="3366FF"/>
              </a:buClr>
              <a:buFont typeface="Arial" panose="020B0604020202020204" pitchFamily="34" charset="0"/>
              <a:buNone/>
              <a:defRPr lang="en-US" sz="1800" b="0" i="0" u="none" strike="noStrike" kern="1200" cap="none" dirty="0">
                <a:solidFill>
                  <a:schemeClr val="bg1"/>
                </a:solidFill>
                <a:effectLst/>
                <a:latin typeface="+mj-lt"/>
                <a:ea typeface="Noto Sans" panose="020B0502040504020204" pitchFamily="34" charset="0"/>
                <a:cs typeface="Noto Sans" panose="020B0502040504020204" pitchFamily="34" charset="0"/>
                <a:sym typeface="Arial"/>
              </a:defRPr>
            </a:lvl1pPr>
          </a:lstStyle>
          <a:p>
            <a:pPr lvl="0"/>
            <a:r>
              <a:rPr lang="en-US"/>
              <a:t>Click to edit Master text styles</a:t>
            </a:r>
          </a:p>
        </p:txBody>
      </p:sp>
      <p:sp>
        <p:nvSpPr>
          <p:cNvPr id="16" name="Picture Placeholder">
            <a:extLst>
              <a:ext uri="{FF2B5EF4-FFF2-40B4-BE49-F238E27FC236}">
                <a16:creationId xmlns:a16="http://schemas.microsoft.com/office/drawing/2014/main" id="{D607F1AA-1642-499E-860F-D0C65470C94F}"/>
              </a:ext>
            </a:extLst>
          </p:cNvPr>
          <p:cNvSpPr>
            <a:spLocks noGrp="1"/>
          </p:cNvSpPr>
          <p:nvPr>
            <p:ph type="pic" idx="1"/>
          </p:nvPr>
        </p:nvSpPr>
        <p:spPr bwMode="gray">
          <a:xfrm>
            <a:off x="6326188" y="0"/>
            <a:ext cx="5865814" cy="6569765"/>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5632704"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393192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9" name="Content Placeholder 7">
            <a:extLst>
              <a:ext uri="{FF2B5EF4-FFF2-40B4-BE49-F238E27FC236}">
                <a16:creationId xmlns:a16="http://schemas.microsoft.com/office/drawing/2014/main" id="{4AF13238-F65D-4346-9E67-2FE2B842F438}"/>
              </a:ext>
            </a:extLst>
          </p:cNvPr>
          <p:cNvSpPr>
            <a:spLocks noGrp="1"/>
          </p:cNvSpPr>
          <p:nvPr>
            <p:ph sz="quarter" idx="17"/>
          </p:nvPr>
        </p:nvSpPr>
        <p:spPr>
          <a:xfrm>
            <a:off x="457200" y="1562101"/>
            <a:ext cx="5632450"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C3C6D668-B1DF-4B96-87E6-236D71DBBE4D}"/>
              </a:ext>
            </a:extLst>
          </p:cNvPr>
          <p:cNvSpPr>
            <a:spLocks noGrp="1"/>
          </p:cNvSpPr>
          <p:nvPr>
            <p:ph type="body" sz="quarter" idx="18" hasCustomPrompt="1"/>
          </p:nvPr>
        </p:nvSpPr>
        <p:spPr>
          <a:xfrm>
            <a:off x="457201" y="941832"/>
            <a:ext cx="5638800"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2" name="WBD logo">
            <a:extLst>
              <a:ext uri="{FF2B5EF4-FFF2-40B4-BE49-F238E27FC236}">
                <a16:creationId xmlns:a16="http://schemas.microsoft.com/office/drawing/2014/main" id="{21CA4901-F8D5-4F31-9964-EBE892D820F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3673667250"/>
      </p:ext>
    </p:extLst>
  </p:cSld>
  <p:clrMapOvr>
    <a:masterClrMapping/>
  </p:clrMapOvr>
  <p:transition>
    <p:fade/>
  </p:transition>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_Ttl, Sub, Cont, Tkwy, 1 Photo ">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37B8B12-71DF-4463-B39B-838834B8E42A}"/>
              </a:ext>
            </a:extLst>
          </p:cNvPr>
          <p:cNvPicPr>
            <a:picLocks noChangeAspect="1"/>
          </p:cNvPicPr>
          <p:nvPr userDrawn="1"/>
        </p:nvPicPr>
        <p:blipFill>
          <a:blip r:embed="rId2"/>
          <a:stretch>
            <a:fillRect/>
          </a:stretch>
        </p:blipFill>
        <p:spPr>
          <a:xfrm>
            <a:off x="0" y="6565392"/>
            <a:ext cx="12192000" cy="292608"/>
          </a:xfrm>
          <a:prstGeom prst="rect">
            <a:avLst/>
          </a:prstGeom>
        </p:spPr>
      </p:pic>
      <p:pic>
        <p:nvPicPr>
          <p:cNvPr id="7" name="Takeaway box png">
            <a:extLst>
              <a:ext uri="{FF2B5EF4-FFF2-40B4-BE49-F238E27FC236}">
                <a16:creationId xmlns:a16="http://schemas.microsoft.com/office/drawing/2014/main" id="{84F725A6-4FCE-4897-8278-D0A37FCF65EE}"/>
              </a:ext>
            </a:extLst>
          </p:cNvPr>
          <p:cNvPicPr>
            <a:picLocks noChangeAspect="1"/>
          </p:cNvPicPr>
          <p:nvPr userDrawn="1"/>
        </p:nvPicPr>
        <p:blipFill>
          <a:blip r:embed="rId3"/>
          <a:stretch>
            <a:fillRect/>
          </a:stretch>
        </p:blipFill>
        <p:spPr>
          <a:xfrm>
            <a:off x="457200" y="5527450"/>
            <a:ext cx="7602371" cy="597460"/>
          </a:xfrm>
          <a:prstGeom prst="rect">
            <a:avLst/>
          </a:prstGeom>
        </p:spPr>
      </p:pic>
      <p:sp>
        <p:nvSpPr>
          <p:cNvPr id="19" name="Takeaway Text">
            <a:extLst>
              <a:ext uri="{FF2B5EF4-FFF2-40B4-BE49-F238E27FC236}">
                <a16:creationId xmlns:a16="http://schemas.microsoft.com/office/drawing/2014/main" id="{E77A6736-BCDC-4C14-ADA4-5F5DC0B5751B}"/>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sp>
        <p:nvSpPr>
          <p:cNvPr id="18" name="Content Placeholder 7">
            <a:extLst>
              <a:ext uri="{FF2B5EF4-FFF2-40B4-BE49-F238E27FC236}">
                <a16:creationId xmlns:a16="http://schemas.microsoft.com/office/drawing/2014/main" id="{851EA8FA-4538-4165-88A9-19BC6DF7D49D}"/>
              </a:ext>
            </a:extLst>
          </p:cNvPr>
          <p:cNvSpPr>
            <a:spLocks noGrp="1"/>
          </p:cNvSpPr>
          <p:nvPr>
            <p:ph sz="quarter" idx="17"/>
          </p:nvPr>
        </p:nvSpPr>
        <p:spPr>
          <a:xfrm>
            <a:off x="457200" y="1562101"/>
            <a:ext cx="7552944"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3">
            <a:extLst>
              <a:ext uri="{FF2B5EF4-FFF2-40B4-BE49-F238E27FC236}">
                <a16:creationId xmlns:a16="http://schemas.microsoft.com/office/drawing/2014/main" id="{60D29E3B-9686-4BBE-9219-B6B7D3F68B83}"/>
              </a:ext>
            </a:extLst>
          </p:cNvPr>
          <p:cNvSpPr>
            <a:spLocks noGrp="1"/>
          </p:cNvSpPr>
          <p:nvPr>
            <p:ph type="pic" idx="25"/>
          </p:nvPr>
        </p:nvSpPr>
        <p:spPr bwMode="gray">
          <a:xfrm>
            <a:off x="8214360" y="-1"/>
            <a:ext cx="3977640" cy="6569766"/>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3" name="Text Placeholder 9">
            <a:extLst>
              <a:ext uri="{FF2B5EF4-FFF2-40B4-BE49-F238E27FC236}">
                <a16:creationId xmlns:a16="http://schemas.microsoft.com/office/drawing/2014/main" id="{B89183EE-130B-445F-9D72-950976613E1C}"/>
              </a:ext>
            </a:extLst>
          </p:cNvPr>
          <p:cNvSpPr>
            <a:spLocks noGrp="1"/>
          </p:cNvSpPr>
          <p:nvPr>
            <p:ph type="body" sz="quarter" idx="26"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2" name="WBD logo">
            <a:extLst>
              <a:ext uri="{FF2B5EF4-FFF2-40B4-BE49-F238E27FC236}">
                <a16:creationId xmlns:a16="http://schemas.microsoft.com/office/drawing/2014/main" id="{F7F2D53B-42FB-46ED-A03B-88D9009578E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132657871"/>
      </p:ext>
    </p:extLst>
  </p:cSld>
  <p:clrMapOvr>
    <a:masterClrMapping/>
  </p:clrMapOvr>
  <p:transition>
    <p:fade/>
  </p:transition>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_Ttl, Sub, Cont, Tkwy, 2 Photo ">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D85C186-ED84-4865-969E-3A8DFDCBCAB0}"/>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19" name="Picture Placeholder 3">
            <a:extLst>
              <a:ext uri="{FF2B5EF4-FFF2-40B4-BE49-F238E27FC236}">
                <a16:creationId xmlns:a16="http://schemas.microsoft.com/office/drawing/2014/main" id="{ABC337CB-7C6C-4E2A-BD57-EBC5D7CAE813}"/>
              </a:ext>
            </a:extLst>
          </p:cNvPr>
          <p:cNvSpPr>
            <a:spLocks noGrp="1"/>
          </p:cNvSpPr>
          <p:nvPr>
            <p:ph type="pic" idx="22"/>
          </p:nvPr>
        </p:nvSpPr>
        <p:spPr bwMode="gray">
          <a:xfrm>
            <a:off x="8214360" y="0"/>
            <a:ext cx="3977640" cy="3256332"/>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18" name="Content Placeholder 7">
            <a:extLst>
              <a:ext uri="{FF2B5EF4-FFF2-40B4-BE49-F238E27FC236}">
                <a16:creationId xmlns:a16="http://schemas.microsoft.com/office/drawing/2014/main" id="{30C5F863-A969-4CC9-8138-8BFEF0100E11}"/>
              </a:ext>
            </a:extLst>
          </p:cNvPr>
          <p:cNvSpPr>
            <a:spLocks noGrp="1"/>
          </p:cNvSpPr>
          <p:nvPr>
            <p:ph sz="quarter" idx="17"/>
          </p:nvPr>
        </p:nvSpPr>
        <p:spPr>
          <a:xfrm>
            <a:off x="457200" y="1562101"/>
            <a:ext cx="7552944"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6" name="Picture Placeholder 3">
            <a:extLst>
              <a:ext uri="{FF2B5EF4-FFF2-40B4-BE49-F238E27FC236}">
                <a16:creationId xmlns:a16="http://schemas.microsoft.com/office/drawing/2014/main" id="{2B157BE7-CBA5-4FE7-810E-28EAA2D79E5C}"/>
              </a:ext>
            </a:extLst>
          </p:cNvPr>
          <p:cNvSpPr>
            <a:spLocks noGrp="1"/>
          </p:cNvSpPr>
          <p:nvPr>
            <p:ph type="pic" idx="26"/>
          </p:nvPr>
        </p:nvSpPr>
        <p:spPr bwMode="gray">
          <a:xfrm>
            <a:off x="8214360" y="3375204"/>
            <a:ext cx="3977640" cy="3196021"/>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 name="Text Placeholder 9">
            <a:extLst>
              <a:ext uri="{FF2B5EF4-FFF2-40B4-BE49-F238E27FC236}">
                <a16:creationId xmlns:a16="http://schemas.microsoft.com/office/drawing/2014/main" id="{393F0DCA-3AED-4F62-ABAD-8B4AEFB7005E}"/>
              </a:ext>
            </a:extLst>
          </p:cNvPr>
          <p:cNvSpPr>
            <a:spLocks noGrp="1"/>
          </p:cNvSpPr>
          <p:nvPr>
            <p:ph type="body" sz="quarter" idx="2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20" name="Takeaway box png">
            <a:extLst>
              <a:ext uri="{FF2B5EF4-FFF2-40B4-BE49-F238E27FC236}">
                <a16:creationId xmlns:a16="http://schemas.microsoft.com/office/drawing/2014/main" id="{56F092E7-087A-4F70-ACC1-C08EB8A4AEAC}"/>
              </a:ext>
            </a:extLst>
          </p:cNvPr>
          <p:cNvPicPr>
            <a:picLocks noChangeAspect="1"/>
          </p:cNvPicPr>
          <p:nvPr userDrawn="1"/>
        </p:nvPicPr>
        <p:blipFill>
          <a:blip r:embed="rId3"/>
          <a:stretch>
            <a:fillRect/>
          </a:stretch>
        </p:blipFill>
        <p:spPr>
          <a:xfrm>
            <a:off x="457200" y="5527450"/>
            <a:ext cx="7602371" cy="597460"/>
          </a:xfrm>
          <a:prstGeom prst="rect">
            <a:avLst/>
          </a:prstGeom>
        </p:spPr>
      </p:pic>
      <p:sp>
        <p:nvSpPr>
          <p:cNvPr id="21" name="Takeaway Text">
            <a:extLst>
              <a:ext uri="{FF2B5EF4-FFF2-40B4-BE49-F238E27FC236}">
                <a16:creationId xmlns:a16="http://schemas.microsoft.com/office/drawing/2014/main" id="{F25D0C93-C5EF-4CDA-944B-855C9FB413F8}"/>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5" name="WBD logo">
            <a:extLst>
              <a:ext uri="{FF2B5EF4-FFF2-40B4-BE49-F238E27FC236}">
                <a16:creationId xmlns:a16="http://schemas.microsoft.com/office/drawing/2014/main" id="{231EF7E1-7724-4708-9229-5CA8903DC26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3968420102"/>
      </p:ext>
    </p:extLst>
  </p:cSld>
  <p:clrMapOvr>
    <a:masterClrMapping/>
  </p:clrMapOvr>
  <p:transition>
    <p:fade/>
  </p:transition>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_Ttl, Sub, Cont, Tkwy, 3 Photo ">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64DCBC4-BE2D-4174-98E1-70F416B63F08}"/>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17" name="Picture Placeholder 3">
            <a:extLst>
              <a:ext uri="{FF2B5EF4-FFF2-40B4-BE49-F238E27FC236}">
                <a16:creationId xmlns:a16="http://schemas.microsoft.com/office/drawing/2014/main" id="{EB6643FE-82C7-41D6-8811-643C175F8B4A}"/>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3">
            <a:extLst>
              <a:ext uri="{FF2B5EF4-FFF2-40B4-BE49-F238E27FC236}">
                <a16:creationId xmlns:a16="http://schemas.microsoft.com/office/drawing/2014/main" id="{25F85FEA-6F35-44F3-AE7E-4ED5AB9549F2}"/>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1" name="Picture Placeholder 3">
            <a:extLst>
              <a:ext uri="{FF2B5EF4-FFF2-40B4-BE49-F238E27FC236}">
                <a16:creationId xmlns:a16="http://schemas.microsoft.com/office/drawing/2014/main" id="{4093F012-17EF-4A6D-92F9-25F6899834A6}"/>
              </a:ext>
            </a:extLst>
          </p:cNvPr>
          <p:cNvSpPr>
            <a:spLocks noGrp="1"/>
          </p:cNvSpPr>
          <p:nvPr>
            <p:ph type="pic" idx="28"/>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3" name="Content Placeholder 7">
            <a:extLst>
              <a:ext uri="{FF2B5EF4-FFF2-40B4-BE49-F238E27FC236}">
                <a16:creationId xmlns:a16="http://schemas.microsoft.com/office/drawing/2014/main" id="{6E6500BD-10FF-4446-8E65-1ED8B17B1959}"/>
              </a:ext>
            </a:extLst>
          </p:cNvPr>
          <p:cNvSpPr>
            <a:spLocks noGrp="1"/>
          </p:cNvSpPr>
          <p:nvPr>
            <p:ph sz="quarter" idx="17"/>
          </p:nvPr>
        </p:nvSpPr>
        <p:spPr>
          <a:xfrm>
            <a:off x="457200" y="1562101"/>
            <a:ext cx="7552944"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2DC96A6F-1633-4C6F-AA95-FAEAEA999191}"/>
              </a:ext>
            </a:extLst>
          </p:cNvPr>
          <p:cNvSpPr>
            <a:spLocks noGrp="1"/>
          </p:cNvSpPr>
          <p:nvPr>
            <p:ph type="body" sz="quarter" idx="30"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9" name="Takeaway box png">
            <a:extLst>
              <a:ext uri="{FF2B5EF4-FFF2-40B4-BE49-F238E27FC236}">
                <a16:creationId xmlns:a16="http://schemas.microsoft.com/office/drawing/2014/main" id="{EAA51307-61A3-43AD-B9D1-3140BFBB4E98}"/>
              </a:ext>
            </a:extLst>
          </p:cNvPr>
          <p:cNvPicPr>
            <a:picLocks noChangeAspect="1"/>
          </p:cNvPicPr>
          <p:nvPr userDrawn="1"/>
        </p:nvPicPr>
        <p:blipFill>
          <a:blip r:embed="rId3"/>
          <a:stretch>
            <a:fillRect/>
          </a:stretch>
        </p:blipFill>
        <p:spPr>
          <a:xfrm>
            <a:off x="457200" y="5527450"/>
            <a:ext cx="7602371" cy="597460"/>
          </a:xfrm>
          <a:prstGeom prst="rect">
            <a:avLst/>
          </a:prstGeom>
        </p:spPr>
      </p:pic>
      <p:sp>
        <p:nvSpPr>
          <p:cNvPr id="22" name="Takeaway Text">
            <a:extLst>
              <a:ext uri="{FF2B5EF4-FFF2-40B4-BE49-F238E27FC236}">
                <a16:creationId xmlns:a16="http://schemas.microsoft.com/office/drawing/2014/main" id="{92338E34-3D6C-4330-9BD1-E765FDF1D476}"/>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6" name="WBD logo">
            <a:extLst>
              <a:ext uri="{FF2B5EF4-FFF2-40B4-BE49-F238E27FC236}">
                <a16:creationId xmlns:a16="http://schemas.microsoft.com/office/drawing/2014/main" id="{A3279F5B-B37C-43D4-B6EF-3BDFEAB7860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2628117107"/>
      </p:ext>
    </p:extLst>
  </p:cSld>
  <p:clrMapOvr>
    <a:masterClrMapping/>
  </p:clrMapOvr>
  <p:transition>
    <p:fade/>
  </p:transition>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_Ttl, Sub, Cont, Tkwy, 4 Photo ">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232B1AF-B8C0-4975-9E29-2EA7C683C601}"/>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19" name="Picture Placeholder 3">
            <a:extLst>
              <a:ext uri="{FF2B5EF4-FFF2-40B4-BE49-F238E27FC236}">
                <a16:creationId xmlns:a16="http://schemas.microsoft.com/office/drawing/2014/main" id="{7224E74F-A5ED-49BF-8A2D-80FDB9A881FE}"/>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2" name="Picture Placeholder 3">
            <a:extLst>
              <a:ext uri="{FF2B5EF4-FFF2-40B4-BE49-F238E27FC236}">
                <a16:creationId xmlns:a16="http://schemas.microsoft.com/office/drawing/2014/main" id="{5BDA89AA-29EB-4628-9411-FFF54AC4D3E2}"/>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F9CC20BA-71A8-4678-8757-8D51C93DAA4B}"/>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72B16EB6-141E-4660-B661-2B8D9804C6E3}"/>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5" name="Content Placeholder 7">
            <a:extLst>
              <a:ext uri="{FF2B5EF4-FFF2-40B4-BE49-F238E27FC236}">
                <a16:creationId xmlns:a16="http://schemas.microsoft.com/office/drawing/2014/main" id="{87C824F4-F2D5-436E-9A40-17F420616EB4}"/>
              </a:ext>
            </a:extLst>
          </p:cNvPr>
          <p:cNvSpPr>
            <a:spLocks noGrp="1"/>
          </p:cNvSpPr>
          <p:nvPr>
            <p:ph sz="quarter" idx="17"/>
          </p:nvPr>
        </p:nvSpPr>
        <p:spPr>
          <a:xfrm>
            <a:off x="457200" y="1562101"/>
            <a:ext cx="7552944"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9">
            <a:extLst>
              <a:ext uri="{FF2B5EF4-FFF2-40B4-BE49-F238E27FC236}">
                <a16:creationId xmlns:a16="http://schemas.microsoft.com/office/drawing/2014/main" id="{2186D5C1-F056-4058-ACDF-FF2EBCEFDDC9}"/>
              </a:ext>
            </a:extLst>
          </p:cNvPr>
          <p:cNvSpPr>
            <a:spLocks noGrp="1"/>
          </p:cNvSpPr>
          <p:nvPr>
            <p:ph type="body" sz="quarter" idx="31"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20" name="Takeaway box png">
            <a:extLst>
              <a:ext uri="{FF2B5EF4-FFF2-40B4-BE49-F238E27FC236}">
                <a16:creationId xmlns:a16="http://schemas.microsoft.com/office/drawing/2014/main" id="{A997DC8A-EB04-4CB5-B3D0-80F29D1AB43C}"/>
              </a:ext>
            </a:extLst>
          </p:cNvPr>
          <p:cNvPicPr>
            <a:picLocks noChangeAspect="1"/>
          </p:cNvPicPr>
          <p:nvPr userDrawn="1"/>
        </p:nvPicPr>
        <p:blipFill>
          <a:blip r:embed="rId3"/>
          <a:stretch>
            <a:fillRect/>
          </a:stretch>
        </p:blipFill>
        <p:spPr>
          <a:xfrm>
            <a:off x="457200" y="5527450"/>
            <a:ext cx="7602371" cy="597460"/>
          </a:xfrm>
          <a:prstGeom prst="rect">
            <a:avLst/>
          </a:prstGeom>
        </p:spPr>
      </p:pic>
      <p:sp>
        <p:nvSpPr>
          <p:cNvPr id="21" name="Takeaway Text">
            <a:extLst>
              <a:ext uri="{FF2B5EF4-FFF2-40B4-BE49-F238E27FC236}">
                <a16:creationId xmlns:a16="http://schemas.microsoft.com/office/drawing/2014/main" id="{F170115E-90F4-4C35-B9E2-A7BA574FC32C}"/>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7" name="WBD logo">
            <a:extLst>
              <a:ext uri="{FF2B5EF4-FFF2-40B4-BE49-F238E27FC236}">
                <a16:creationId xmlns:a16="http://schemas.microsoft.com/office/drawing/2014/main" id="{02C98423-74DE-4C80-9FF0-796B1D6D882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550787853"/>
      </p:ext>
    </p:extLst>
  </p:cSld>
  <p:clrMapOvr>
    <a:masterClrMapping/>
  </p:clrMapOvr>
  <p:transition>
    <p:fade/>
  </p:transition>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_Ttl, Sub, Cont, Tkwy, 5 Photo ">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A526957-F44F-4636-9596-5747A9483BA0}"/>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20" name="Picture Placeholder 3">
            <a:extLst>
              <a:ext uri="{FF2B5EF4-FFF2-40B4-BE49-F238E27FC236}">
                <a16:creationId xmlns:a16="http://schemas.microsoft.com/office/drawing/2014/main" id="{926B42F6-ED2F-4189-9FC9-BF7AB1FCD0E0}"/>
              </a:ext>
            </a:extLst>
          </p:cNvPr>
          <p:cNvSpPr>
            <a:spLocks noGrp="1"/>
          </p:cNvSpPr>
          <p:nvPr>
            <p:ph type="pic" idx="28"/>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1" name="Picture Placeholder 3">
            <a:extLst>
              <a:ext uri="{FF2B5EF4-FFF2-40B4-BE49-F238E27FC236}">
                <a16:creationId xmlns:a16="http://schemas.microsoft.com/office/drawing/2014/main" id="{AE691C4A-18FF-443C-B62E-2C974AF27EF4}"/>
              </a:ext>
            </a:extLst>
          </p:cNvPr>
          <p:cNvSpPr>
            <a:spLocks noGrp="1"/>
          </p:cNvSpPr>
          <p:nvPr>
            <p:ph type="pic" idx="30"/>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3">
            <a:extLst>
              <a:ext uri="{FF2B5EF4-FFF2-40B4-BE49-F238E27FC236}">
                <a16:creationId xmlns:a16="http://schemas.microsoft.com/office/drawing/2014/main" id="{24DC49C2-6FA6-4ED2-AED1-56A7FC7A7604}"/>
              </a:ext>
            </a:extLst>
          </p:cNvPr>
          <p:cNvSpPr>
            <a:spLocks noGrp="1"/>
          </p:cNvSpPr>
          <p:nvPr>
            <p:ph type="pic" idx="29"/>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6" name="Picture Placeholder 3">
            <a:extLst>
              <a:ext uri="{FF2B5EF4-FFF2-40B4-BE49-F238E27FC236}">
                <a16:creationId xmlns:a16="http://schemas.microsoft.com/office/drawing/2014/main" id="{5CF97B0C-18CB-4036-B49E-8043D788637E}"/>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0E85198D-1F17-4238-9FF0-7B1C81248A5A}"/>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4" name="Content Placeholder 7">
            <a:extLst>
              <a:ext uri="{FF2B5EF4-FFF2-40B4-BE49-F238E27FC236}">
                <a16:creationId xmlns:a16="http://schemas.microsoft.com/office/drawing/2014/main" id="{4FFA8635-1C61-4A2B-875B-FA23D92CDB7D}"/>
              </a:ext>
            </a:extLst>
          </p:cNvPr>
          <p:cNvSpPr>
            <a:spLocks noGrp="1"/>
          </p:cNvSpPr>
          <p:nvPr>
            <p:ph sz="quarter" idx="17"/>
          </p:nvPr>
        </p:nvSpPr>
        <p:spPr>
          <a:xfrm>
            <a:off x="457200" y="1562101"/>
            <a:ext cx="7552944" cy="3869376"/>
          </a:xfrm>
        </p:spPr>
        <p:txBody>
          <a:bodyPr/>
          <a:lstStyle>
            <a:lvl1pPr>
              <a:defRPr>
                <a:solidFill>
                  <a:srgbClr val="4E4E4E"/>
                </a:solidFill>
                <a:latin typeface="+mn-lt"/>
              </a:defRPr>
            </a:lvl1pPr>
            <a:lvl2pPr>
              <a:defRPr>
                <a:solidFill>
                  <a:srgbClr val="4E4E4E"/>
                </a:solidFill>
                <a:latin typeface="+mn-lt"/>
              </a:defRPr>
            </a:lvl2pPr>
            <a:lvl3pPr>
              <a:defRPr>
                <a:solidFill>
                  <a:srgbClr val="4E4E4E"/>
                </a:solidFill>
                <a:latin typeface="+mn-lt"/>
              </a:defRPr>
            </a:lvl3pPr>
            <a:lvl4pPr>
              <a:defRPr>
                <a:solidFill>
                  <a:srgbClr val="4E4E4E"/>
                </a:solidFill>
                <a:latin typeface="+mn-lt"/>
              </a:defRPr>
            </a:lvl4pPr>
            <a:lvl5pPr>
              <a:defRPr>
                <a:solidFill>
                  <a:srgbClr val="4E4E4E"/>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9">
            <a:extLst>
              <a:ext uri="{FF2B5EF4-FFF2-40B4-BE49-F238E27FC236}">
                <a16:creationId xmlns:a16="http://schemas.microsoft.com/office/drawing/2014/main" id="{5AC41D40-C8E4-40D5-A23A-4260514E82C6}"/>
              </a:ext>
            </a:extLst>
          </p:cNvPr>
          <p:cNvSpPr>
            <a:spLocks noGrp="1"/>
          </p:cNvSpPr>
          <p:nvPr>
            <p:ph type="body" sz="quarter" idx="32"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22" name="Takeaway box png">
            <a:extLst>
              <a:ext uri="{FF2B5EF4-FFF2-40B4-BE49-F238E27FC236}">
                <a16:creationId xmlns:a16="http://schemas.microsoft.com/office/drawing/2014/main" id="{1E1E85E4-523C-420F-8687-416466D3E335}"/>
              </a:ext>
            </a:extLst>
          </p:cNvPr>
          <p:cNvPicPr>
            <a:picLocks noChangeAspect="1"/>
          </p:cNvPicPr>
          <p:nvPr userDrawn="1"/>
        </p:nvPicPr>
        <p:blipFill>
          <a:blip r:embed="rId3"/>
          <a:stretch>
            <a:fillRect/>
          </a:stretch>
        </p:blipFill>
        <p:spPr>
          <a:xfrm>
            <a:off x="457200" y="5527450"/>
            <a:ext cx="7602371" cy="597460"/>
          </a:xfrm>
          <a:prstGeom prst="rect">
            <a:avLst/>
          </a:prstGeom>
        </p:spPr>
      </p:pic>
      <p:sp>
        <p:nvSpPr>
          <p:cNvPr id="23" name="Takeaway Text">
            <a:extLst>
              <a:ext uri="{FF2B5EF4-FFF2-40B4-BE49-F238E27FC236}">
                <a16:creationId xmlns:a16="http://schemas.microsoft.com/office/drawing/2014/main" id="{244E0750-6D84-47B8-89C8-8DD736B2DCEC}"/>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8" name="WBD logo">
            <a:extLst>
              <a:ext uri="{FF2B5EF4-FFF2-40B4-BE49-F238E27FC236}">
                <a16:creationId xmlns:a16="http://schemas.microsoft.com/office/drawing/2014/main" id="{45D5F8DC-5435-44AE-B9CC-3A025642906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4005825350"/>
      </p:ext>
    </p:extLst>
  </p:cSld>
  <p:clrMapOvr>
    <a:masterClrMapping/>
  </p:clrMapOvr>
  <p:transition>
    <p:fade/>
  </p:transition>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_Ttl, Sub, Cont, Tkwy, 6 Photo ">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A48DAA8-4E6B-4FDA-A4CF-20B7579011C9}"/>
              </a:ext>
            </a:extLst>
          </p:cNvPr>
          <p:cNvPicPr>
            <a:picLocks noChangeAspect="1"/>
          </p:cNvPicPr>
          <p:nvPr userDrawn="1"/>
        </p:nvPicPr>
        <p:blipFill>
          <a:blip r:embed="rId2"/>
          <a:stretch>
            <a:fillRect/>
          </a:stretch>
        </p:blipFill>
        <p:spPr>
          <a:xfrm>
            <a:off x="0" y="6565392"/>
            <a:ext cx="12192000" cy="292608"/>
          </a:xfrm>
          <a:prstGeom prst="rect">
            <a:avLst/>
          </a:prstGeom>
        </p:spPr>
      </p:pic>
      <p:sp>
        <p:nvSpPr>
          <p:cNvPr id="24" name="Picture Placeholder 3">
            <a:extLst>
              <a:ext uri="{FF2B5EF4-FFF2-40B4-BE49-F238E27FC236}">
                <a16:creationId xmlns:a16="http://schemas.microsoft.com/office/drawing/2014/main" id="{D5861BE8-A4CB-47E4-8BC7-A164FD2C8926}"/>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a:extLst>
              <a:ext uri="{FF2B5EF4-FFF2-40B4-BE49-F238E27FC236}">
                <a16:creationId xmlns:a16="http://schemas.microsoft.com/office/drawing/2014/main" id="{B8CEEA6F-9C8B-4D7D-8601-9A18C2183ADC}"/>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3">
            <a:extLst>
              <a:ext uri="{FF2B5EF4-FFF2-40B4-BE49-F238E27FC236}">
                <a16:creationId xmlns:a16="http://schemas.microsoft.com/office/drawing/2014/main" id="{4AB09242-3CB7-4C98-A2E5-D491907AA978}"/>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0" name="Picture Placeholder 3">
            <a:extLst>
              <a:ext uri="{FF2B5EF4-FFF2-40B4-BE49-F238E27FC236}">
                <a16:creationId xmlns:a16="http://schemas.microsoft.com/office/drawing/2014/main" id="{0FEF8AD0-0079-45C7-8E71-D5B974FAD538}"/>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26" name="Content Placeholder 7">
            <a:extLst>
              <a:ext uri="{FF2B5EF4-FFF2-40B4-BE49-F238E27FC236}">
                <a16:creationId xmlns:a16="http://schemas.microsoft.com/office/drawing/2014/main" id="{B52A98A5-4F88-4747-9255-353859714B94}"/>
              </a:ext>
            </a:extLst>
          </p:cNvPr>
          <p:cNvSpPr>
            <a:spLocks noGrp="1"/>
          </p:cNvSpPr>
          <p:nvPr>
            <p:ph sz="quarter" idx="17"/>
          </p:nvPr>
        </p:nvSpPr>
        <p:spPr>
          <a:xfrm>
            <a:off x="457200" y="1562101"/>
            <a:ext cx="7552944"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2" name="Picture Placeholder 3">
            <a:extLst>
              <a:ext uri="{FF2B5EF4-FFF2-40B4-BE49-F238E27FC236}">
                <a16:creationId xmlns:a16="http://schemas.microsoft.com/office/drawing/2014/main" id="{D25DAD70-610F-4F41-8F20-397614E03490}"/>
              </a:ext>
            </a:extLst>
          </p:cNvPr>
          <p:cNvSpPr>
            <a:spLocks noGrp="1"/>
          </p:cNvSpPr>
          <p:nvPr>
            <p:ph type="pic" idx="29"/>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1AC29787-FCB5-4E9F-A06B-E82B59C5186F}"/>
              </a:ext>
            </a:extLst>
          </p:cNvPr>
          <p:cNvSpPr>
            <a:spLocks noGrp="1"/>
          </p:cNvSpPr>
          <p:nvPr>
            <p:ph type="pic" idx="32"/>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7" name="Text Placeholder 9">
            <a:extLst>
              <a:ext uri="{FF2B5EF4-FFF2-40B4-BE49-F238E27FC236}">
                <a16:creationId xmlns:a16="http://schemas.microsoft.com/office/drawing/2014/main" id="{3CF956DD-FB86-484B-816C-C713C848916C}"/>
              </a:ext>
            </a:extLst>
          </p:cNvPr>
          <p:cNvSpPr>
            <a:spLocks noGrp="1"/>
          </p:cNvSpPr>
          <p:nvPr>
            <p:ph type="body" sz="quarter" idx="33"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21" name="Takeaway box png">
            <a:extLst>
              <a:ext uri="{FF2B5EF4-FFF2-40B4-BE49-F238E27FC236}">
                <a16:creationId xmlns:a16="http://schemas.microsoft.com/office/drawing/2014/main" id="{37187B0B-1B91-48A1-9ED4-DB6059553652}"/>
              </a:ext>
            </a:extLst>
          </p:cNvPr>
          <p:cNvPicPr>
            <a:picLocks noChangeAspect="1"/>
          </p:cNvPicPr>
          <p:nvPr userDrawn="1"/>
        </p:nvPicPr>
        <p:blipFill>
          <a:blip r:embed="rId3"/>
          <a:stretch>
            <a:fillRect/>
          </a:stretch>
        </p:blipFill>
        <p:spPr>
          <a:xfrm>
            <a:off x="457200" y="5527450"/>
            <a:ext cx="7602371" cy="597460"/>
          </a:xfrm>
          <a:prstGeom prst="rect">
            <a:avLst/>
          </a:prstGeom>
        </p:spPr>
      </p:pic>
      <p:sp>
        <p:nvSpPr>
          <p:cNvPr id="25" name="Takeaway Text">
            <a:extLst>
              <a:ext uri="{FF2B5EF4-FFF2-40B4-BE49-F238E27FC236}">
                <a16:creationId xmlns:a16="http://schemas.microsoft.com/office/drawing/2014/main" id="{F422A2B3-DD47-47A5-868F-C40A8593FBF0}"/>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9" name="WBD logo">
            <a:extLst>
              <a:ext uri="{FF2B5EF4-FFF2-40B4-BE49-F238E27FC236}">
                <a16:creationId xmlns:a16="http://schemas.microsoft.com/office/drawing/2014/main" id="{2B5218F6-390B-47E1-A429-F49B4A2791F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3534441262"/>
      </p:ext>
    </p:extLst>
  </p:cSld>
  <p:clrMapOvr>
    <a:masterClrMapping/>
  </p:clrMapOvr>
  <p:transition>
    <p:fade/>
  </p:transition>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M_Ttl, Sub, Cont, 1 Lrg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CC6478-5A94-430B-9657-B9C090E5AF38}"/>
              </a:ext>
            </a:extLst>
          </p:cNvPr>
          <p:cNvPicPr>
            <a:picLocks noChangeAspect="1"/>
          </p:cNvPicPr>
          <p:nvPr userDrawn="1"/>
        </p:nvPicPr>
        <p:blipFill>
          <a:blip r:embed="rId2"/>
          <a:stretch>
            <a:fillRect/>
          </a:stretch>
        </p:blipFill>
        <p:spPr>
          <a:xfrm>
            <a:off x="0" y="0"/>
            <a:ext cx="6217920" cy="6858000"/>
          </a:xfrm>
          <a:prstGeom prst="rect">
            <a:avLst/>
          </a:prstGeom>
        </p:spPr>
      </p:pic>
      <p:pic>
        <p:nvPicPr>
          <p:cNvPr id="17" name="Picture 16">
            <a:extLst>
              <a:ext uri="{FF2B5EF4-FFF2-40B4-BE49-F238E27FC236}">
                <a16:creationId xmlns:a16="http://schemas.microsoft.com/office/drawing/2014/main" id="{C8BD5C34-DC85-428A-835A-BF9E2302C5ED}"/>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8" name="Content Placeholder 7">
            <a:extLst>
              <a:ext uri="{FF2B5EF4-FFF2-40B4-BE49-F238E27FC236}">
                <a16:creationId xmlns:a16="http://schemas.microsoft.com/office/drawing/2014/main" id="{58E1CF03-D274-4A0D-8C62-3DA6DB7F69A8}"/>
              </a:ext>
            </a:extLst>
          </p:cNvPr>
          <p:cNvSpPr>
            <a:spLocks noGrp="1"/>
          </p:cNvSpPr>
          <p:nvPr>
            <p:ph sz="quarter" idx="16"/>
          </p:nvPr>
        </p:nvSpPr>
        <p:spPr>
          <a:xfrm>
            <a:off x="457200" y="1562100"/>
            <a:ext cx="5486400" cy="4495800"/>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5486400" cy="585216"/>
          </a:xfrm>
        </p:spPr>
        <p:txBody>
          <a:bodyPr/>
          <a:lstStyle>
            <a:lvl1pPr>
              <a:defRPr>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37490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1" name="Text Placeholder 9">
            <a:extLst>
              <a:ext uri="{FF2B5EF4-FFF2-40B4-BE49-F238E27FC236}">
                <a16:creationId xmlns:a16="http://schemas.microsoft.com/office/drawing/2014/main" id="{15B79AB3-61AF-4606-ADFA-1AAB494648A6}"/>
              </a:ext>
            </a:extLst>
          </p:cNvPr>
          <p:cNvSpPr>
            <a:spLocks noGrp="1"/>
          </p:cNvSpPr>
          <p:nvPr>
            <p:ph type="body" sz="quarter" idx="17" hasCustomPrompt="1"/>
          </p:nvPr>
        </p:nvSpPr>
        <p:spPr>
          <a:xfrm>
            <a:off x="457201" y="941832"/>
            <a:ext cx="54864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18" name="Picture Placeholder">
            <a:extLst>
              <a:ext uri="{FF2B5EF4-FFF2-40B4-BE49-F238E27FC236}">
                <a16:creationId xmlns:a16="http://schemas.microsoft.com/office/drawing/2014/main" id="{C6A9E966-E052-4AEE-B1EB-24E3AF58EB14}"/>
              </a:ext>
            </a:extLst>
          </p:cNvPr>
          <p:cNvSpPr>
            <a:spLocks noGrp="1"/>
          </p:cNvSpPr>
          <p:nvPr>
            <p:ph type="pic" idx="1"/>
          </p:nvPr>
        </p:nvSpPr>
        <p:spPr bwMode="gray">
          <a:xfrm>
            <a:off x="6326188" y="0"/>
            <a:ext cx="5865814" cy="6569765"/>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20" name="WBD logo">
            <a:extLst>
              <a:ext uri="{FF2B5EF4-FFF2-40B4-BE49-F238E27FC236}">
                <a16:creationId xmlns:a16="http://schemas.microsoft.com/office/drawing/2014/main" id="{79A2726D-C46E-4EBF-BB29-9FBF5B5D6C7C}"/>
              </a:ext>
            </a:extLst>
          </p:cNvPr>
          <p:cNvPicPr>
            <a:picLocks/>
          </p:cNvPicPr>
          <p:nvPr userDrawn="1"/>
        </p:nvPicPr>
        <p:blipFill>
          <a:blip r:embed="rId4">
            <a:extLst>
              <a:ext uri="{28A0092B-C50C-407E-A947-70E740481C1C}">
                <a14:useLocalDpi xmlns:a14="http://schemas.microsoft.com/office/drawing/2010/main" val="0"/>
              </a:ext>
            </a:extLst>
          </a:blip>
          <a:srcRect/>
          <a:stretch/>
        </p:blipFill>
        <p:spPr>
          <a:xfrm>
            <a:off x="461296" y="6181645"/>
            <a:ext cx="1600200" cy="324586"/>
          </a:xfrm>
          <a:prstGeom prst="rect">
            <a:avLst/>
          </a:prstGeom>
        </p:spPr>
      </p:pic>
    </p:spTree>
    <p:extLst>
      <p:ext uri="{BB962C8B-B14F-4D97-AF65-F5344CB8AC3E}">
        <p14:creationId xmlns:p14="http://schemas.microsoft.com/office/powerpoint/2010/main" val="1641368854"/>
      </p:ext>
    </p:extLst>
  </p:cSld>
  <p:clrMapOvr>
    <a:masterClrMapping/>
  </p:clrMapOvr>
  <p:transition>
    <p:fade/>
  </p:transition>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_Ttl, Sub, Cont, 1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E4A087-7413-47E2-BF26-DBC21E53BFD4}"/>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17" name="Picture 16">
            <a:extLst>
              <a:ext uri="{FF2B5EF4-FFF2-40B4-BE49-F238E27FC236}">
                <a16:creationId xmlns:a16="http://schemas.microsoft.com/office/drawing/2014/main" id="{8E417536-DB31-4863-B81E-C44A0CBCBF7A}"/>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8" name="Content Placeholder 7">
            <a:extLst>
              <a:ext uri="{FF2B5EF4-FFF2-40B4-BE49-F238E27FC236}">
                <a16:creationId xmlns:a16="http://schemas.microsoft.com/office/drawing/2014/main" id="{631F6789-9997-455F-B4A0-6BF2D98D88D7}"/>
              </a:ext>
            </a:extLst>
          </p:cNvPr>
          <p:cNvSpPr>
            <a:spLocks noGrp="1"/>
          </p:cNvSpPr>
          <p:nvPr>
            <p:ph sz="quarter" idx="26"/>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3" name="Text Placeholder 9">
            <a:extLst>
              <a:ext uri="{FF2B5EF4-FFF2-40B4-BE49-F238E27FC236}">
                <a16:creationId xmlns:a16="http://schemas.microsoft.com/office/drawing/2014/main" id="{43664234-06D5-4AD3-B92A-8EDC12C38A81}"/>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16" name="Picture Placeholder 3">
            <a:extLst>
              <a:ext uri="{FF2B5EF4-FFF2-40B4-BE49-F238E27FC236}">
                <a16:creationId xmlns:a16="http://schemas.microsoft.com/office/drawing/2014/main" id="{E7DDBA59-7DF9-417C-93F9-C1B889DA3A75}"/>
              </a:ext>
            </a:extLst>
          </p:cNvPr>
          <p:cNvSpPr>
            <a:spLocks noGrp="1"/>
          </p:cNvSpPr>
          <p:nvPr>
            <p:ph type="pic" idx="25"/>
          </p:nvPr>
        </p:nvSpPr>
        <p:spPr bwMode="gray">
          <a:xfrm>
            <a:off x="8214360" y="-1"/>
            <a:ext cx="3977640" cy="6569766"/>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9" name="WBD logo">
            <a:extLst>
              <a:ext uri="{FF2B5EF4-FFF2-40B4-BE49-F238E27FC236}">
                <a16:creationId xmlns:a16="http://schemas.microsoft.com/office/drawing/2014/main" id="{265323B3-FAB1-426D-B2D6-EB7E1D5CA3AD}"/>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3732784562"/>
      </p:ext>
    </p:extLst>
  </p:cSld>
  <p:clrMapOvr>
    <a:masterClrMapping/>
  </p:clrMapOvr>
  <p:transition>
    <p:fade/>
  </p:transition>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M_Ttl, Sub, Cont, 2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2F33D8-EBD7-4404-99F5-E7119A8D604B}"/>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21" name="Picture 20">
            <a:extLst>
              <a:ext uri="{FF2B5EF4-FFF2-40B4-BE49-F238E27FC236}">
                <a16:creationId xmlns:a16="http://schemas.microsoft.com/office/drawing/2014/main" id="{6A9D6637-8AC1-4367-B0A9-1B84C4C7BAEB}"/>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8" name="Content Placeholder 7">
            <a:extLst>
              <a:ext uri="{FF2B5EF4-FFF2-40B4-BE49-F238E27FC236}">
                <a16:creationId xmlns:a16="http://schemas.microsoft.com/office/drawing/2014/main" id="{2A3E06D8-EE99-4A57-B9BF-122C2715AFC1}"/>
              </a:ext>
            </a:extLst>
          </p:cNvPr>
          <p:cNvSpPr>
            <a:spLocks noGrp="1"/>
          </p:cNvSpPr>
          <p:nvPr>
            <p:ph sz="quarter" idx="27"/>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2" name="Text Placeholder 9">
            <a:extLst>
              <a:ext uri="{FF2B5EF4-FFF2-40B4-BE49-F238E27FC236}">
                <a16:creationId xmlns:a16="http://schemas.microsoft.com/office/drawing/2014/main" id="{8AF74C27-6A1D-48DF-8844-B8F047A29093}"/>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19" name="Picture Placeholder 3">
            <a:extLst>
              <a:ext uri="{FF2B5EF4-FFF2-40B4-BE49-F238E27FC236}">
                <a16:creationId xmlns:a16="http://schemas.microsoft.com/office/drawing/2014/main" id="{C8A1E3E3-5DDC-4E23-AFA2-BCB7C28615B3}"/>
              </a:ext>
            </a:extLst>
          </p:cNvPr>
          <p:cNvSpPr>
            <a:spLocks noGrp="1"/>
          </p:cNvSpPr>
          <p:nvPr>
            <p:ph type="pic" idx="26"/>
          </p:nvPr>
        </p:nvSpPr>
        <p:spPr bwMode="gray">
          <a:xfrm>
            <a:off x="8214360" y="3375204"/>
            <a:ext cx="3977640" cy="3196021"/>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3">
            <a:extLst>
              <a:ext uri="{FF2B5EF4-FFF2-40B4-BE49-F238E27FC236}">
                <a16:creationId xmlns:a16="http://schemas.microsoft.com/office/drawing/2014/main" id="{AEC61E72-3364-43AD-9C4D-B02F53C75D80}"/>
              </a:ext>
            </a:extLst>
          </p:cNvPr>
          <p:cNvSpPr>
            <a:spLocks noGrp="1"/>
          </p:cNvSpPr>
          <p:nvPr>
            <p:ph type="pic" idx="22"/>
          </p:nvPr>
        </p:nvSpPr>
        <p:spPr bwMode="gray">
          <a:xfrm>
            <a:off x="8214360" y="0"/>
            <a:ext cx="3977640" cy="3256332"/>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3" name="WBD logo">
            <a:extLst>
              <a:ext uri="{FF2B5EF4-FFF2-40B4-BE49-F238E27FC236}">
                <a16:creationId xmlns:a16="http://schemas.microsoft.com/office/drawing/2014/main" id="{2297ADD4-37FE-43E1-AB04-B72A9B4032E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3477643432"/>
      </p:ext>
    </p:extLst>
  </p:cSld>
  <p:clrMapOvr>
    <a:masterClrMapping/>
  </p:clrMapOvr>
  <p:transition>
    <p:fade/>
  </p:transition>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M_Ttl, Sub, Cont, 3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08D6EB-3CCD-49C7-8058-290DBE958BB6}"/>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24" name="Picture 23">
            <a:extLst>
              <a:ext uri="{FF2B5EF4-FFF2-40B4-BE49-F238E27FC236}">
                <a16:creationId xmlns:a16="http://schemas.microsoft.com/office/drawing/2014/main" id="{69086974-D3EB-495E-9568-F1A21634E035}"/>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8" name="Content Placeholder 7">
            <a:extLst>
              <a:ext uri="{FF2B5EF4-FFF2-40B4-BE49-F238E27FC236}">
                <a16:creationId xmlns:a16="http://schemas.microsoft.com/office/drawing/2014/main" id="{6AF85E5C-69F5-4F59-A035-DD22AAAE2F0A}"/>
              </a:ext>
            </a:extLst>
          </p:cNvPr>
          <p:cNvSpPr>
            <a:spLocks noGrp="1"/>
          </p:cNvSpPr>
          <p:nvPr>
            <p:ph sz="quarter" idx="26"/>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3" name="Text Placeholder 9">
            <a:extLst>
              <a:ext uri="{FF2B5EF4-FFF2-40B4-BE49-F238E27FC236}">
                <a16:creationId xmlns:a16="http://schemas.microsoft.com/office/drawing/2014/main" id="{B4F4912E-C019-4533-9967-3921A3FA8148}"/>
              </a:ext>
            </a:extLst>
          </p:cNvPr>
          <p:cNvSpPr>
            <a:spLocks noGrp="1"/>
          </p:cNvSpPr>
          <p:nvPr>
            <p:ph type="body" sz="quarter" idx="17" hasCustomPrompt="1"/>
          </p:nvPr>
        </p:nvSpPr>
        <p:spPr>
          <a:xfrm>
            <a:off x="457201" y="941832"/>
            <a:ext cx="7315199"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1" name="Picture Placeholder 3">
            <a:extLst>
              <a:ext uri="{FF2B5EF4-FFF2-40B4-BE49-F238E27FC236}">
                <a16:creationId xmlns:a16="http://schemas.microsoft.com/office/drawing/2014/main" id="{AACBBB4E-A8EA-4B38-8215-B05FD9EEB665}"/>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2" name="Picture Placeholder 3">
            <a:extLst>
              <a:ext uri="{FF2B5EF4-FFF2-40B4-BE49-F238E27FC236}">
                <a16:creationId xmlns:a16="http://schemas.microsoft.com/office/drawing/2014/main" id="{656DAA12-B30F-4630-889C-A35E970838B6}"/>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9280BA27-B60D-4E6C-9F75-099D3FD37795}"/>
              </a:ext>
            </a:extLst>
          </p:cNvPr>
          <p:cNvSpPr>
            <a:spLocks noGrp="1"/>
          </p:cNvSpPr>
          <p:nvPr>
            <p:ph type="pic" idx="28"/>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4" name="WBD logo">
            <a:extLst>
              <a:ext uri="{FF2B5EF4-FFF2-40B4-BE49-F238E27FC236}">
                <a16:creationId xmlns:a16="http://schemas.microsoft.com/office/drawing/2014/main" id="{F00C1295-67EF-4FA8-87CF-77CE0738A8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3283021861"/>
      </p:ext>
    </p:extLst>
  </p:cSld>
  <p:clrMapOvr>
    <a:masterClrMapping/>
  </p:clrMapOvr>
  <p:transition>
    <p:fade/>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_Ttl, Sub, Cont, 4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EA3098-A483-4316-A555-476DB4D617D0}"/>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26" name="Picture 25">
            <a:extLst>
              <a:ext uri="{FF2B5EF4-FFF2-40B4-BE49-F238E27FC236}">
                <a16:creationId xmlns:a16="http://schemas.microsoft.com/office/drawing/2014/main" id="{09055006-44FD-4155-A76A-F49F1CA76E1B}"/>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9" name="Content Placeholder 7">
            <a:extLst>
              <a:ext uri="{FF2B5EF4-FFF2-40B4-BE49-F238E27FC236}">
                <a16:creationId xmlns:a16="http://schemas.microsoft.com/office/drawing/2014/main" id="{4831CF31-7ED4-4B7B-BDEF-2F4B54219D8C}"/>
              </a:ext>
            </a:extLst>
          </p:cNvPr>
          <p:cNvSpPr>
            <a:spLocks noGrp="1"/>
          </p:cNvSpPr>
          <p:nvPr>
            <p:ph sz="quarter" idx="26"/>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4" name="Text Placeholder 9">
            <a:extLst>
              <a:ext uri="{FF2B5EF4-FFF2-40B4-BE49-F238E27FC236}">
                <a16:creationId xmlns:a16="http://schemas.microsoft.com/office/drawing/2014/main" id="{FAC3D4D5-F379-4D82-9B82-9E2722A8959A}"/>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2" name="Picture Placeholder 3">
            <a:extLst>
              <a:ext uri="{FF2B5EF4-FFF2-40B4-BE49-F238E27FC236}">
                <a16:creationId xmlns:a16="http://schemas.microsoft.com/office/drawing/2014/main" id="{0D7DECF9-B2F6-4D9F-B41B-94F4936FD59A}"/>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8D9FE752-E1E4-44F9-968C-54628047FDC4}"/>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4DF592E2-83B5-4306-B048-B9CAEBF6D777}"/>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3">
            <a:extLst>
              <a:ext uri="{FF2B5EF4-FFF2-40B4-BE49-F238E27FC236}">
                <a16:creationId xmlns:a16="http://schemas.microsoft.com/office/drawing/2014/main" id="{697D532A-9E64-422D-82F3-89E80826DF06}"/>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5" name="WBD logo">
            <a:extLst>
              <a:ext uri="{FF2B5EF4-FFF2-40B4-BE49-F238E27FC236}">
                <a16:creationId xmlns:a16="http://schemas.microsoft.com/office/drawing/2014/main" id="{BD6DEFE5-C0F4-4F6B-9CCA-1921D105E2B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3514137014"/>
      </p:ext>
    </p:extLst>
  </p:cSld>
  <p:clrMapOvr>
    <a:masterClrMapping/>
  </p:clrMapOvr>
  <p:transition>
    <p:fade/>
  </p:transition>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_Ttl, Sub, Cont, 5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1AFDF2-DF3D-4CB4-B788-E8886585264B}"/>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30" name="Picture 29">
            <a:extLst>
              <a:ext uri="{FF2B5EF4-FFF2-40B4-BE49-F238E27FC236}">
                <a16:creationId xmlns:a16="http://schemas.microsoft.com/office/drawing/2014/main" id="{4E258757-3937-40F2-83E2-8CDF0244F83C}"/>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0" name="Content Placeholder 7">
            <a:extLst>
              <a:ext uri="{FF2B5EF4-FFF2-40B4-BE49-F238E27FC236}">
                <a16:creationId xmlns:a16="http://schemas.microsoft.com/office/drawing/2014/main" id="{64A90EF2-4EB0-45F6-9CEA-C16464C7EF69}"/>
              </a:ext>
            </a:extLst>
          </p:cNvPr>
          <p:cNvSpPr>
            <a:spLocks noGrp="1"/>
          </p:cNvSpPr>
          <p:nvPr>
            <p:ph sz="quarter" idx="26"/>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5" name="Text Placeholder 9">
            <a:extLst>
              <a:ext uri="{FF2B5EF4-FFF2-40B4-BE49-F238E27FC236}">
                <a16:creationId xmlns:a16="http://schemas.microsoft.com/office/drawing/2014/main" id="{F83A68D2-83B4-4109-871E-7D68F869BBC8}"/>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5" name="Picture Placeholder 3">
            <a:extLst>
              <a:ext uri="{FF2B5EF4-FFF2-40B4-BE49-F238E27FC236}">
                <a16:creationId xmlns:a16="http://schemas.microsoft.com/office/drawing/2014/main" id="{FAB33502-5047-4601-B8A9-2AA2784D000B}"/>
              </a:ext>
            </a:extLst>
          </p:cNvPr>
          <p:cNvSpPr>
            <a:spLocks noGrp="1"/>
          </p:cNvSpPr>
          <p:nvPr>
            <p:ph type="pic" idx="28"/>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6" name="Picture Placeholder 3">
            <a:extLst>
              <a:ext uri="{FF2B5EF4-FFF2-40B4-BE49-F238E27FC236}">
                <a16:creationId xmlns:a16="http://schemas.microsoft.com/office/drawing/2014/main" id="{8519774A-4412-4BAB-AA0F-288E6A230321}"/>
              </a:ext>
            </a:extLst>
          </p:cNvPr>
          <p:cNvSpPr>
            <a:spLocks noGrp="1"/>
          </p:cNvSpPr>
          <p:nvPr>
            <p:ph type="pic" idx="30"/>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D75F4404-9145-4831-8C52-802B3F3ECBB1}"/>
              </a:ext>
            </a:extLst>
          </p:cNvPr>
          <p:cNvSpPr>
            <a:spLocks noGrp="1"/>
          </p:cNvSpPr>
          <p:nvPr>
            <p:ph type="pic" idx="29"/>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a:extLst>
              <a:ext uri="{FF2B5EF4-FFF2-40B4-BE49-F238E27FC236}">
                <a16:creationId xmlns:a16="http://schemas.microsoft.com/office/drawing/2014/main" id="{D54B6C11-60EE-4E64-B228-C97F5F3C75F3}"/>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3">
            <a:extLst>
              <a:ext uri="{FF2B5EF4-FFF2-40B4-BE49-F238E27FC236}">
                <a16:creationId xmlns:a16="http://schemas.microsoft.com/office/drawing/2014/main" id="{69DABA86-6466-411F-8733-6DFD01031B92}"/>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6" name="WBD logo">
            <a:extLst>
              <a:ext uri="{FF2B5EF4-FFF2-40B4-BE49-F238E27FC236}">
                <a16:creationId xmlns:a16="http://schemas.microsoft.com/office/drawing/2014/main" id="{405DF9EC-BFD3-41E7-8D3F-8D4014F04A9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1177965753"/>
      </p:ext>
    </p:extLst>
  </p:cSld>
  <p:clrMapOvr>
    <a:masterClrMapping/>
  </p:clrMapOvr>
  <p:transition>
    <p:fade/>
  </p:transition>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_Ttl, Sub, Cont, 6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B2EDCA-D971-4023-ABAB-656ED8CA3FAA}"/>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32" name="Picture 31">
            <a:extLst>
              <a:ext uri="{FF2B5EF4-FFF2-40B4-BE49-F238E27FC236}">
                <a16:creationId xmlns:a16="http://schemas.microsoft.com/office/drawing/2014/main" id="{AF7B7FE8-CB38-41C9-B2C5-64F32E1267D5}"/>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33" name="Content Placeholder 7">
            <a:extLst>
              <a:ext uri="{FF2B5EF4-FFF2-40B4-BE49-F238E27FC236}">
                <a16:creationId xmlns:a16="http://schemas.microsoft.com/office/drawing/2014/main" id="{5A71D2CD-0892-4CFA-8A12-1DFFEFFD2557}"/>
              </a:ext>
            </a:extLst>
          </p:cNvPr>
          <p:cNvSpPr>
            <a:spLocks noGrp="1"/>
          </p:cNvSpPr>
          <p:nvPr>
            <p:ph sz="quarter" idx="26"/>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6" name="Text Placeholder 9">
            <a:extLst>
              <a:ext uri="{FF2B5EF4-FFF2-40B4-BE49-F238E27FC236}">
                <a16:creationId xmlns:a16="http://schemas.microsoft.com/office/drawing/2014/main" id="{B20C8076-7C6D-48B1-A4D6-159D623594D8}"/>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4" name="Picture Placeholder 3">
            <a:extLst>
              <a:ext uri="{FF2B5EF4-FFF2-40B4-BE49-F238E27FC236}">
                <a16:creationId xmlns:a16="http://schemas.microsoft.com/office/drawing/2014/main" id="{8750EBCD-219E-4CA2-AF61-EEBA935AE022}"/>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7881F9A0-AC8E-4D7E-BE0B-C2D1DE62DFC5}"/>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a:extLst>
              <a:ext uri="{FF2B5EF4-FFF2-40B4-BE49-F238E27FC236}">
                <a16:creationId xmlns:a16="http://schemas.microsoft.com/office/drawing/2014/main" id="{E7EBEDB3-E147-47AF-86EE-6C8643358DA2}"/>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3">
            <a:extLst>
              <a:ext uri="{FF2B5EF4-FFF2-40B4-BE49-F238E27FC236}">
                <a16:creationId xmlns:a16="http://schemas.microsoft.com/office/drawing/2014/main" id="{432695E9-9EA0-44B9-93F8-9F1ACC1E6654}"/>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0" name="Picture Placeholder 3">
            <a:extLst>
              <a:ext uri="{FF2B5EF4-FFF2-40B4-BE49-F238E27FC236}">
                <a16:creationId xmlns:a16="http://schemas.microsoft.com/office/drawing/2014/main" id="{49527CB7-615C-4C9C-A8A1-CDCDC59BC46E}"/>
              </a:ext>
            </a:extLst>
          </p:cNvPr>
          <p:cNvSpPr>
            <a:spLocks noGrp="1"/>
          </p:cNvSpPr>
          <p:nvPr>
            <p:ph type="pic" idx="29"/>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1" name="Picture Placeholder 3">
            <a:extLst>
              <a:ext uri="{FF2B5EF4-FFF2-40B4-BE49-F238E27FC236}">
                <a16:creationId xmlns:a16="http://schemas.microsoft.com/office/drawing/2014/main" id="{028FA006-726E-41C6-AEB9-3F66D9F6C2F0}"/>
              </a:ext>
            </a:extLst>
          </p:cNvPr>
          <p:cNvSpPr>
            <a:spLocks noGrp="1"/>
          </p:cNvSpPr>
          <p:nvPr>
            <p:ph type="pic" idx="32"/>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7" name="WBD logo">
            <a:extLst>
              <a:ext uri="{FF2B5EF4-FFF2-40B4-BE49-F238E27FC236}">
                <a16:creationId xmlns:a16="http://schemas.microsoft.com/office/drawing/2014/main" id="{7EA7424B-FCA5-48AA-8BF2-A0488587D9A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142066567"/>
      </p:ext>
    </p:extLst>
  </p:cSld>
  <p:clrMapOvr>
    <a:masterClrMapping/>
  </p:clrMapOvr>
  <p:transition>
    <p:fade/>
  </p:transition>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_Ttl, Sub, Cont, Tkwy, 1 Lrg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CC6478-5A94-430B-9657-B9C090E5AF38}"/>
              </a:ext>
            </a:extLst>
          </p:cNvPr>
          <p:cNvPicPr>
            <a:picLocks noChangeAspect="1"/>
          </p:cNvPicPr>
          <p:nvPr userDrawn="1"/>
        </p:nvPicPr>
        <p:blipFill>
          <a:blip r:embed="rId2"/>
          <a:stretch>
            <a:fillRect/>
          </a:stretch>
        </p:blipFill>
        <p:spPr>
          <a:xfrm>
            <a:off x="0" y="0"/>
            <a:ext cx="6217920" cy="6858000"/>
          </a:xfrm>
          <a:prstGeom prst="rect">
            <a:avLst/>
          </a:prstGeom>
        </p:spPr>
      </p:pic>
      <p:pic>
        <p:nvPicPr>
          <p:cNvPr id="17" name="Picture 16">
            <a:extLst>
              <a:ext uri="{FF2B5EF4-FFF2-40B4-BE49-F238E27FC236}">
                <a16:creationId xmlns:a16="http://schemas.microsoft.com/office/drawing/2014/main" id="{C8BD5C34-DC85-428A-835A-BF9E2302C5ED}"/>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8" name="Content Placeholder 7">
            <a:extLst>
              <a:ext uri="{FF2B5EF4-FFF2-40B4-BE49-F238E27FC236}">
                <a16:creationId xmlns:a16="http://schemas.microsoft.com/office/drawing/2014/main" id="{58E1CF03-D274-4A0D-8C62-3DA6DB7F69A8}"/>
              </a:ext>
            </a:extLst>
          </p:cNvPr>
          <p:cNvSpPr>
            <a:spLocks noGrp="1"/>
          </p:cNvSpPr>
          <p:nvPr>
            <p:ph sz="quarter" idx="16"/>
          </p:nvPr>
        </p:nvSpPr>
        <p:spPr>
          <a:xfrm>
            <a:off x="457200" y="1562100"/>
            <a:ext cx="5486400" cy="3867912"/>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5486400" cy="585216"/>
          </a:xfrm>
        </p:spPr>
        <p:txBody>
          <a:bodyPr/>
          <a:lstStyle>
            <a:lvl1pPr>
              <a:defRPr>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37490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1" name="Text Placeholder 9">
            <a:extLst>
              <a:ext uri="{FF2B5EF4-FFF2-40B4-BE49-F238E27FC236}">
                <a16:creationId xmlns:a16="http://schemas.microsoft.com/office/drawing/2014/main" id="{15B79AB3-61AF-4606-ADFA-1AAB494648A6}"/>
              </a:ext>
            </a:extLst>
          </p:cNvPr>
          <p:cNvSpPr>
            <a:spLocks noGrp="1"/>
          </p:cNvSpPr>
          <p:nvPr>
            <p:ph type="body" sz="quarter" idx="17" hasCustomPrompt="1"/>
          </p:nvPr>
        </p:nvSpPr>
        <p:spPr>
          <a:xfrm>
            <a:off x="457201" y="941832"/>
            <a:ext cx="54864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18" name="Picture Placeholder">
            <a:extLst>
              <a:ext uri="{FF2B5EF4-FFF2-40B4-BE49-F238E27FC236}">
                <a16:creationId xmlns:a16="http://schemas.microsoft.com/office/drawing/2014/main" id="{C6A9E966-E052-4AEE-B1EB-24E3AF58EB14}"/>
              </a:ext>
            </a:extLst>
          </p:cNvPr>
          <p:cNvSpPr>
            <a:spLocks noGrp="1"/>
          </p:cNvSpPr>
          <p:nvPr>
            <p:ph type="pic" idx="1"/>
          </p:nvPr>
        </p:nvSpPr>
        <p:spPr bwMode="gray">
          <a:xfrm>
            <a:off x="6326188" y="0"/>
            <a:ext cx="5865814" cy="6569765"/>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2" name="Takeaway box png">
            <a:extLst>
              <a:ext uri="{FF2B5EF4-FFF2-40B4-BE49-F238E27FC236}">
                <a16:creationId xmlns:a16="http://schemas.microsoft.com/office/drawing/2014/main" id="{5E994E69-1B84-434C-849F-E22A85CD19CB}"/>
              </a:ext>
            </a:extLst>
          </p:cNvPr>
          <p:cNvPicPr>
            <a:picLocks noChangeAspect="1"/>
          </p:cNvPicPr>
          <p:nvPr userDrawn="1"/>
        </p:nvPicPr>
        <p:blipFill>
          <a:blip r:embed="rId4"/>
          <a:stretch>
            <a:fillRect/>
          </a:stretch>
        </p:blipFill>
        <p:spPr>
          <a:xfrm>
            <a:off x="457200" y="5527450"/>
            <a:ext cx="5627096" cy="597460"/>
          </a:xfrm>
          <a:prstGeom prst="rect">
            <a:avLst/>
          </a:prstGeom>
        </p:spPr>
      </p:pic>
      <p:sp>
        <p:nvSpPr>
          <p:cNvPr id="13" name="Takeaway text">
            <a:extLst>
              <a:ext uri="{FF2B5EF4-FFF2-40B4-BE49-F238E27FC236}">
                <a16:creationId xmlns:a16="http://schemas.microsoft.com/office/drawing/2014/main" id="{323645C0-712C-4F28-9423-CCA605B5570D}"/>
              </a:ext>
            </a:extLst>
          </p:cNvPr>
          <p:cNvSpPr>
            <a:spLocks noGrp="1"/>
          </p:cNvSpPr>
          <p:nvPr>
            <p:ph type="body" sz="quarter" idx="18"/>
          </p:nvPr>
        </p:nvSpPr>
        <p:spPr>
          <a:xfrm>
            <a:off x="585216" y="5532090"/>
            <a:ext cx="5391635" cy="594360"/>
          </a:xfrm>
        </p:spPr>
        <p:txBody>
          <a:bodyPr anchor="ctr" anchorCtr="0"/>
          <a:lstStyle>
            <a:lvl1pPr marL="0" marR="0" indent="0" algn="ctr" defTabSz="914400" rtl="0" eaLnBrk="1" latinLnBrk="0" hangingPunct="1">
              <a:lnSpc>
                <a:spcPct val="100000"/>
              </a:lnSpc>
              <a:spcBef>
                <a:spcPts val="600"/>
              </a:spcBef>
              <a:spcAft>
                <a:spcPts val="0"/>
              </a:spcAft>
              <a:buClr>
                <a:srgbClr val="3366FF"/>
              </a:buClr>
              <a:buFont typeface="Arial" panose="020B0604020202020204" pitchFamily="34" charset="0"/>
              <a:buNone/>
              <a:defRPr lang="en-US" sz="1800" b="0" i="0" u="none" strike="noStrike" kern="1200" cap="none" dirty="0">
                <a:solidFill>
                  <a:schemeClr val="bg1"/>
                </a:solidFill>
                <a:effectLst/>
                <a:latin typeface="+mj-lt"/>
                <a:ea typeface="Noto Sans" panose="020B0502040504020204" pitchFamily="34" charset="0"/>
                <a:cs typeface="Noto Sans" panose="020B0502040504020204" pitchFamily="34" charset="0"/>
                <a:sym typeface="Arial"/>
              </a:defRPr>
            </a:lvl1pPr>
          </a:lstStyle>
          <a:p>
            <a:pPr lvl="0"/>
            <a:r>
              <a:rPr lang="en-US"/>
              <a:t>Click to edit Master text styles</a:t>
            </a:r>
          </a:p>
        </p:txBody>
      </p:sp>
      <p:pic>
        <p:nvPicPr>
          <p:cNvPr id="14" name="WBD logo">
            <a:extLst>
              <a:ext uri="{FF2B5EF4-FFF2-40B4-BE49-F238E27FC236}">
                <a16:creationId xmlns:a16="http://schemas.microsoft.com/office/drawing/2014/main" id="{7BDC3D22-551B-43C1-883E-856E74E2D5B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4090834789"/>
      </p:ext>
    </p:extLst>
  </p:cSld>
  <p:clrMapOvr>
    <a:masterClrMapping/>
  </p:clrMapOvr>
  <p:transition>
    <p:fade/>
  </p:transition>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_Ttl, Sub, Cont, Tkwy, 1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A37BA8-6018-4DB5-AF9B-822E95952A6F}"/>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4" name="Takeaway box png">
            <a:extLst>
              <a:ext uri="{FF2B5EF4-FFF2-40B4-BE49-F238E27FC236}">
                <a16:creationId xmlns:a16="http://schemas.microsoft.com/office/drawing/2014/main" id="{AD538DAE-EFE7-4875-9310-65F0E451FB52}"/>
              </a:ext>
            </a:extLst>
          </p:cNvPr>
          <p:cNvPicPr>
            <a:picLocks noChangeAspect="1"/>
          </p:cNvPicPr>
          <p:nvPr userDrawn="1"/>
        </p:nvPicPr>
        <p:blipFill>
          <a:blip r:embed="rId3"/>
          <a:stretch>
            <a:fillRect/>
          </a:stretch>
        </p:blipFill>
        <p:spPr>
          <a:xfrm>
            <a:off x="457200" y="5527450"/>
            <a:ext cx="7364606" cy="597460"/>
          </a:xfrm>
          <a:prstGeom prst="rect">
            <a:avLst/>
          </a:prstGeom>
        </p:spPr>
      </p:pic>
      <p:sp>
        <p:nvSpPr>
          <p:cNvPr id="19" name="Takeaway Text">
            <a:extLst>
              <a:ext uri="{FF2B5EF4-FFF2-40B4-BE49-F238E27FC236}">
                <a16:creationId xmlns:a16="http://schemas.microsoft.com/office/drawing/2014/main" id="{DA1372A4-9602-41ED-99DF-744A52CF3440}"/>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21" name="Picture 20">
            <a:extLst>
              <a:ext uri="{FF2B5EF4-FFF2-40B4-BE49-F238E27FC236}">
                <a16:creationId xmlns:a16="http://schemas.microsoft.com/office/drawing/2014/main" id="{B888BC18-3812-45D9-B441-E8DA382C8481}"/>
              </a:ext>
            </a:extLst>
          </p:cNvPr>
          <p:cNvPicPr>
            <a:picLocks noChangeAspect="1"/>
          </p:cNvPicPr>
          <p:nvPr userDrawn="1"/>
        </p:nvPicPr>
        <p:blipFill>
          <a:blip r:embed="rId4"/>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18" name="Content Placeholder 7">
            <a:extLst>
              <a:ext uri="{FF2B5EF4-FFF2-40B4-BE49-F238E27FC236}">
                <a16:creationId xmlns:a16="http://schemas.microsoft.com/office/drawing/2014/main" id="{71AAD8B1-7749-47C2-9A73-DA838029DBC3}"/>
              </a:ext>
            </a:extLst>
          </p:cNvPr>
          <p:cNvSpPr>
            <a:spLocks noGrp="1"/>
          </p:cNvSpPr>
          <p:nvPr>
            <p:ph sz="quarter" idx="17"/>
          </p:nvPr>
        </p:nvSpPr>
        <p:spPr>
          <a:xfrm>
            <a:off x="457200" y="1562101"/>
            <a:ext cx="7315200"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4" name="Text Placeholder 9">
            <a:extLst>
              <a:ext uri="{FF2B5EF4-FFF2-40B4-BE49-F238E27FC236}">
                <a16:creationId xmlns:a16="http://schemas.microsoft.com/office/drawing/2014/main" id="{CDD4E566-CD67-4366-9551-93C84581A5E8}"/>
              </a:ext>
            </a:extLst>
          </p:cNvPr>
          <p:cNvSpPr>
            <a:spLocks noGrp="1"/>
          </p:cNvSpPr>
          <p:nvPr>
            <p:ph type="body" sz="quarter" idx="26"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2" name="Picture Placeholder 3">
            <a:extLst>
              <a:ext uri="{FF2B5EF4-FFF2-40B4-BE49-F238E27FC236}">
                <a16:creationId xmlns:a16="http://schemas.microsoft.com/office/drawing/2014/main" id="{8FCE4F09-1EB9-4CF5-AF84-6357AC6050F7}"/>
              </a:ext>
            </a:extLst>
          </p:cNvPr>
          <p:cNvSpPr>
            <a:spLocks noGrp="1"/>
          </p:cNvSpPr>
          <p:nvPr>
            <p:ph type="pic" idx="25"/>
          </p:nvPr>
        </p:nvSpPr>
        <p:spPr bwMode="gray">
          <a:xfrm>
            <a:off x="8214360" y="-1"/>
            <a:ext cx="3977640" cy="6569766"/>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3" name="WBD logo">
            <a:extLst>
              <a:ext uri="{FF2B5EF4-FFF2-40B4-BE49-F238E27FC236}">
                <a16:creationId xmlns:a16="http://schemas.microsoft.com/office/drawing/2014/main" id="{2939FFA6-05A7-45D6-8A6A-497CFD8CA010}"/>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1669793174"/>
      </p:ext>
    </p:extLst>
  </p:cSld>
  <p:clrMapOvr>
    <a:masterClrMapping/>
  </p:clrMapOvr>
  <p:transition>
    <p:fade/>
  </p:transition>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N_Ttl, Sub, Cont, Tkwy, 2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F81170-993D-4A37-8EAA-6EB7D8AFE029}"/>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20" name="Picture 19">
            <a:extLst>
              <a:ext uri="{FF2B5EF4-FFF2-40B4-BE49-F238E27FC236}">
                <a16:creationId xmlns:a16="http://schemas.microsoft.com/office/drawing/2014/main" id="{88A60F35-B5DB-41CC-99F1-392C9CFA3B75}"/>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7" name="Content Placeholder 7">
            <a:extLst>
              <a:ext uri="{FF2B5EF4-FFF2-40B4-BE49-F238E27FC236}">
                <a16:creationId xmlns:a16="http://schemas.microsoft.com/office/drawing/2014/main" id="{5285EFF0-DD47-4DE9-A28C-948956148719}"/>
              </a:ext>
            </a:extLst>
          </p:cNvPr>
          <p:cNvSpPr>
            <a:spLocks noGrp="1"/>
          </p:cNvSpPr>
          <p:nvPr>
            <p:ph sz="quarter" idx="17"/>
          </p:nvPr>
        </p:nvSpPr>
        <p:spPr>
          <a:xfrm>
            <a:off x="457200" y="1562101"/>
            <a:ext cx="7315200"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5" name="Text Placeholder 9">
            <a:extLst>
              <a:ext uri="{FF2B5EF4-FFF2-40B4-BE49-F238E27FC236}">
                <a16:creationId xmlns:a16="http://schemas.microsoft.com/office/drawing/2014/main" id="{2CF66A7B-D4FC-44F4-BA20-E3C24E0AB3A7}"/>
              </a:ext>
            </a:extLst>
          </p:cNvPr>
          <p:cNvSpPr>
            <a:spLocks noGrp="1"/>
          </p:cNvSpPr>
          <p:nvPr>
            <p:ph type="body" sz="quarter" idx="2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3" name="Picture Placeholder 3">
            <a:extLst>
              <a:ext uri="{FF2B5EF4-FFF2-40B4-BE49-F238E27FC236}">
                <a16:creationId xmlns:a16="http://schemas.microsoft.com/office/drawing/2014/main" id="{4F5D0BA1-A678-44F4-9E24-21A543FA2FD1}"/>
              </a:ext>
            </a:extLst>
          </p:cNvPr>
          <p:cNvSpPr>
            <a:spLocks noGrp="1"/>
          </p:cNvSpPr>
          <p:nvPr>
            <p:ph type="pic" idx="26"/>
          </p:nvPr>
        </p:nvSpPr>
        <p:spPr bwMode="gray">
          <a:xfrm>
            <a:off x="8214360" y="3375204"/>
            <a:ext cx="3977640" cy="3196021"/>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DF89E9AE-531E-4B19-85E6-BEE38E676533}"/>
              </a:ext>
            </a:extLst>
          </p:cNvPr>
          <p:cNvSpPr>
            <a:spLocks noGrp="1"/>
          </p:cNvSpPr>
          <p:nvPr>
            <p:ph type="pic" idx="22"/>
          </p:nvPr>
        </p:nvSpPr>
        <p:spPr bwMode="gray">
          <a:xfrm>
            <a:off x="8214360" y="0"/>
            <a:ext cx="3977640" cy="3256332"/>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7" name="Takeaway box png">
            <a:extLst>
              <a:ext uri="{FF2B5EF4-FFF2-40B4-BE49-F238E27FC236}">
                <a16:creationId xmlns:a16="http://schemas.microsoft.com/office/drawing/2014/main" id="{F5FF119B-F084-4906-830A-742888DE28C1}"/>
              </a:ext>
            </a:extLst>
          </p:cNvPr>
          <p:cNvPicPr>
            <a:picLocks noChangeAspect="1"/>
          </p:cNvPicPr>
          <p:nvPr userDrawn="1"/>
        </p:nvPicPr>
        <p:blipFill>
          <a:blip r:embed="rId4"/>
          <a:stretch>
            <a:fillRect/>
          </a:stretch>
        </p:blipFill>
        <p:spPr>
          <a:xfrm>
            <a:off x="457200" y="5527450"/>
            <a:ext cx="7364606" cy="597460"/>
          </a:xfrm>
          <a:prstGeom prst="rect">
            <a:avLst/>
          </a:prstGeom>
        </p:spPr>
      </p:pic>
      <p:sp>
        <p:nvSpPr>
          <p:cNvPr id="18" name="Takeaway Text">
            <a:extLst>
              <a:ext uri="{FF2B5EF4-FFF2-40B4-BE49-F238E27FC236}">
                <a16:creationId xmlns:a16="http://schemas.microsoft.com/office/drawing/2014/main" id="{A3CC4063-0BEC-496E-8929-42A88E18675E}"/>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4" name="WBD logo">
            <a:extLst>
              <a:ext uri="{FF2B5EF4-FFF2-40B4-BE49-F238E27FC236}">
                <a16:creationId xmlns:a16="http://schemas.microsoft.com/office/drawing/2014/main" id="{1B888DB9-254E-48C2-850F-A6B51BAE0B82}"/>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22553049"/>
      </p:ext>
    </p:extLst>
  </p:cSld>
  <p:clrMapOvr>
    <a:masterClrMapping/>
  </p:clrMapOvr>
  <p:transition>
    <p:fade/>
  </p:transition>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N_Ttl, Sub, Cont, Tkwy, 3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C3704F-EB42-4A90-895A-DE1F4178E330}"/>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21" name="Picture 20">
            <a:extLst>
              <a:ext uri="{FF2B5EF4-FFF2-40B4-BE49-F238E27FC236}">
                <a16:creationId xmlns:a16="http://schemas.microsoft.com/office/drawing/2014/main" id="{71CDD13A-88CB-4FF9-AA72-21A7258EAF5E}"/>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29" name="Content Placeholder 7">
            <a:extLst>
              <a:ext uri="{FF2B5EF4-FFF2-40B4-BE49-F238E27FC236}">
                <a16:creationId xmlns:a16="http://schemas.microsoft.com/office/drawing/2014/main" id="{529CA57E-94E5-4F5C-BD23-7E0565836214}"/>
              </a:ext>
            </a:extLst>
          </p:cNvPr>
          <p:cNvSpPr>
            <a:spLocks noGrp="1"/>
          </p:cNvSpPr>
          <p:nvPr>
            <p:ph sz="quarter" idx="17"/>
          </p:nvPr>
        </p:nvSpPr>
        <p:spPr>
          <a:xfrm>
            <a:off x="457200" y="1562101"/>
            <a:ext cx="7315200"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6" name="Text Placeholder 9">
            <a:extLst>
              <a:ext uri="{FF2B5EF4-FFF2-40B4-BE49-F238E27FC236}">
                <a16:creationId xmlns:a16="http://schemas.microsoft.com/office/drawing/2014/main" id="{5369ECD7-6095-4634-9338-44694826154B}"/>
              </a:ext>
            </a:extLst>
          </p:cNvPr>
          <p:cNvSpPr>
            <a:spLocks noGrp="1"/>
          </p:cNvSpPr>
          <p:nvPr>
            <p:ph type="body" sz="quarter" idx="30"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2" name="Picture Placeholder 3">
            <a:extLst>
              <a:ext uri="{FF2B5EF4-FFF2-40B4-BE49-F238E27FC236}">
                <a16:creationId xmlns:a16="http://schemas.microsoft.com/office/drawing/2014/main" id="{87CA9DE2-4C9A-4553-9FEF-53A10C46A522}"/>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6" name="Picture Placeholder 3">
            <a:extLst>
              <a:ext uri="{FF2B5EF4-FFF2-40B4-BE49-F238E27FC236}">
                <a16:creationId xmlns:a16="http://schemas.microsoft.com/office/drawing/2014/main" id="{93C2B6B2-967C-4592-B937-A5D693A4F73C}"/>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3AB5A134-FE14-4002-B34E-CB0C55CF300C}"/>
              </a:ext>
            </a:extLst>
          </p:cNvPr>
          <p:cNvSpPr>
            <a:spLocks noGrp="1"/>
          </p:cNvSpPr>
          <p:nvPr>
            <p:ph type="pic" idx="28"/>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8" name="Takeaway box png">
            <a:extLst>
              <a:ext uri="{FF2B5EF4-FFF2-40B4-BE49-F238E27FC236}">
                <a16:creationId xmlns:a16="http://schemas.microsoft.com/office/drawing/2014/main" id="{296DC4DD-0D20-4088-8F38-C093E2B486AA}"/>
              </a:ext>
            </a:extLst>
          </p:cNvPr>
          <p:cNvPicPr>
            <a:picLocks noChangeAspect="1"/>
          </p:cNvPicPr>
          <p:nvPr userDrawn="1"/>
        </p:nvPicPr>
        <p:blipFill>
          <a:blip r:embed="rId4"/>
          <a:stretch>
            <a:fillRect/>
          </a:stretch>
        </p:blipFill>
        <p:spPr>
          <a:xfrm>
            <a:off x="457200" y="5527450"/>
            <a:ext cx="7364606" cy="597460"/>
          </a:xfrm>
          <a:prstGeom prst="rect">
            <a:avLst/>
          </a:prstGeom>
        </p:spPr>
      </p:pic>
      <p:sp>
        <p:nvSpPr>
          <p:cNvPr id="19" name="Takeaway Text">
            <a:extLst>
              <a:ext uri="{FF2B5EF4-FFF2-40B4-BE49-F238E27FC236}">
                <a16:creationId xmlns:a16="http://schemas.microsoft.com/office/drawing/2014/main" id="{35A7DE5F-44A2-49CB-8DAD-96EE11DD7423}"/>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5" name="WBD logo">
            <a:extLst>
              <a:ext uri="{FF2B5EF4-FFF2-40B4-BE49-F238E27FC236}">
                <a16:creationId xmlns:a16="http://schemas.microsoft.com/office/drawing/2014/main" id="{712962BB-6A09-498C-88CD-A06ED098C142}"/>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882306050"/>
      </p:ext>
    </p:extLst>
  </p:cSld>
  <p:clrMapOvr>
    <a:masterClrMapping/>
  </p:clrMapOvr>
  <p:transition>
    <p:fade/>
  </p:transition>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N_Ttl, Sub, Cont, Tkwy, 4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8741B0-4591-43F6-8C56-219273AF40C1}"/>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22" name="Picture 21">
            <a:extLst>
              <a:ext uri="{FF2B5EF4-FFF2-40B4-BE49-F238E27FC236}">
                <a16:creationId xmlns:a16="http://schemas.microsoft.com/office/drawing/2014/main" id="{49584090-4C0B-422E-964D-EDE00E170FF0}"/>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31" name="Content Placeholder 7">
            <a:extLst>
              <a:ext uri="{FF2B5EF4-FFF2-40B4-BE49-F238E27FC236}">
                <a16:creationId xmlns:a16="http://schemas.microsoft.com/office/drawing/2014/main" id="{EC387B3F-C097-457C-B940-C23613EFD581}"/>
              </a:ext>
            </a:extLst>
          </p:cNvPr>
          <p:cNvSpPr>
            <a:spLocks noGrp="1"/>
          </p:cNvSpPr>
          <p:nvPr>
            <p:ph sz="quarter" idx="17"/>
          </p:nvPr>
        </p:nvSpPr>
        <p:spPr>
          <a:xfrm>
            <a:off x="457200" y="1562101"/>
            <a:ext cx="7315200"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7" name="Text Placeholder 9">
            <a:extLst>
              <a:ext uri="{FF2B5EF4-FFF2-40B4-BE49-F238E27FC236}">
                <a16:creationId xmlns:a16="http://schemas.microsoft.com/office/drawing/2014/main" id="{1B4159CA-9ED4-4A3C-836B-80D08BE59D99}"/>
              </a:ext>
            </a:extLst>
          </p:cNvPr>
          <p:cNvSpPr>
            <a:spLocks noGrp="1"/>
          </p:cNvSpPr>
          <p:nvPr>
            <p:ph type="body" sz="quarter" idx="31"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3" name="Picture Placeholder 3">
            <a:extLst>
              <a:ext uri="{FF2B5EF4-FFF2-40B4-BE49-F238E27FC236}">
                <a16:creationId xmlns:a16="http://schemas.microsoft.com/office/drawing/2014/main" id="{DEE595E5-49F6-48B4-9E03-650C2A34976C}"/>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AE5C93F5-8C14-480D-8DE2-3C3729CB0865}"/>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3">
            <a:extLst>
              <a:ext uri="{FF2B5EF4-FFF2-40B4-BE49-F238E27FC236}">
                <a16:creationId xmlns:a16="http://schemas.microsoft.com/office/drawing/2014/main" id="{1602A334-DBFE-4FBC-A672-9BCC08912285}"/>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0" name="Picture Placeholder 3">
            <a:extLst>
              <a:ext uri="{FF2B5EF4-FFF2-40B4-BE49-F238E27FC236}">
                <a16:creationId xmlns:a16="http://schemas.microsoft.com/office/drawing/2014/main" id="{CD8DEB1F-0A96-4694-96F7-3E9B0AE128DC}"/>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9" name="Takeaway box png">
            <a:extLst>
              <a:ext uri="{FF2B5EF4-FFF2-40B4-BE49-F238E27FC236}">
                <a16:creationId xmlns:a16="http://schemas.microsoft.com/office/drawing/2014/main" id="{FEEEAA95-42AC-45EE-BCD0-0D6895E82299}"/>
              </a:ext>
            </a:extLst>
          </p:cNvPr>
          <p:cNvPicPr>
            <a:picLocks noChangeAspect="1"/>
          </p:cNvPicPr>
          <p:nvPr userDrawn="1"/>
        </p:nvPicPr>
        <p:blipFill>
          <a:blip r:embed="rId4"/>
          <a:stretch>
            <a:fillRect/>
          </a:stretch>
        </p:blipFill>
        <p:spPr>
          <a:xfrm>
            <a:off x="457200" y="5527450"/>
            <a:ext cx="7364606" cy="597460"/>
          </a:xfrm>
          <a:prstGeom prst="rect">
            <a:avLst/>
          </a:prstGeom>
        </p:spPr>
      </p:pic>
      <p:sp>
        <p:nvSpPr>
          <p:cNvPr id="20" name="Takeaway Text">
            <a:extLst>
              <a:ext uri="{FF2B5EF4-FFF2-40B4-BE49-F238E27FC236}">
                <a16:creationId xmlns:a16="http://schemas.microsoft.com/office/drawing/2014/main" id="{E45FCAF7-3249-4ED1-B30A-BC7A0F8F0A8C}"/>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6" name="WBD logo">
            <a:extLst>
              <a:ext uri="{FF2B5EF4-FFF2-40B4-BE49-F238E27FC236}">
                <a16:creationId xmlns:a16="http://schemas.microsoft.com/office/drawing/2014/main" id="{C86CF0A8-8EB5-4253-90AD-210180EA2437}"/>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3275883699"/>
      </p:ext>
    </p:extLst>
  </p:cSld>
  <p:clrMapOvr>
    <a:masterClrMapping/>
  </p:clrMapOvr>
  <p:transition>
    <p:fade/>
  </p:transition>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N_Ttl, Sub, Cont, Tkwy, 5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88CF55-4C06-4CD1-925B-76A6344A2184}"/>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20" name="Picture 19">
            <a:extLst>
              <a:ext uri="{FF2B5EF4-FFF2-40B4-BE49-F238E27FC236}">
                <a16:creationId xmlns:a16="http://schemas.microsoft.com/office/drawing/2014/main" id="{FFF46347-72B2-41B6-AA0C-23F50AB95EF0}"/>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8" name="Content Placeholder 7">
            <a:extLst>
              <a:ext uri="{FF2B5EF4-FFF2-40B4-BE49-F238E27FC236}">
                <a16:creationId xmlns:a16="http://schemas.microsoft.com/office/drawing/2014/main" id="{495D261E-96AC-463F-8A0D-12B3BDDD7633}"/>
              </a:ext>
            </a:extLst>
          </p:cNvPr>
          <p:cNvSpPr>
            <a:spLocks noGrp="1"/>
          </p:cNvSpPr>
          <p:nvPr>
            <p:ph sz="quarter" idx="33"/>
          </p:nvPr>
        </p:nvSpPr>
        <p:spPr>
          <a:xfrm>
            <a:off x="457200" y="1562100"/>
            <a:ext cx="7315200" cy="3867912"/>
          </a:xfrm>
        </p:spPr>
        <p:txBody>
          <a:bodyPr/>
          <a:lstStyle>
            <a:lvl1pPr marL="169863" indent="-169863">
              <a:buClr>
                <a:srgbClr val="B4B4B4"/>
              </a:buClr>
              <a:buFont typeface="Arial" panose="020B0604020202020204" pitchFamily="34" charset="0"/>
              <a:buChar char="•"/>
              <a:defRPr>
                <a:solidFill>
                  <a:schemeClr val="bg1"/>
                </a:solidFill>
              </a:defRPr>
            </a:lvl1pPr>
            <a:lvl2pPr marL="628650" indent="-171450">
              <a:buClr>
                <a:srgbClr val="B4B4B4"/>
              </a:buClr>
              <a:buFont typeface="Tw Cen MT" panose="020B0602020104020603" pitchFamily="34" charset="0"/>
              <a:buChar char="–"/>
              <a:defRPr>
                <a:solidFill>
                  <a:schemeClr val="bg1"/>
                </a:solidFill>
              </a:defRPr>
            </a:lvl2pPr>
            <a:lvl3pPr marL="1090613" indent="-176213">
              <a:buClr>
                <a:srgbClr val="B4B4B4"/>
              </a:buClr>
              <a:buFont typeface="Arial" panose="020B0604020202020204" pitchFamily="34" charset="0"/>
              <a:buChar char="•"/>
              <a:defRPr>
                <a:solidFill>
                  <a:schemeClr val="bg1"/>
                </a:solidFill>
              </a:defRPr>
            </a:lvl3pPr>
            <a:lvl4pPr marL="1543050" indent="-171450">
              <a:buClr>
                <a:srgbClr val="B4B4B4"/>
              </a:buClr>
              <a:buFont typeface="Tw Cen MT" panose="020B0602020104020603" pitchFamily="34" charset="0"/>
              <a:buChar char="–"/>
              <a:defRPr>
                <a:solidFill>
                  <a:schemeClr val="bg1"/>
                </a:solidFill>
              </a:defRPr>
            </a:lvl4pPr>
            <a:lvl5pPr marL="2005013" indent="-176213">
              <a:buClr>
                <a:srgbClr val="B4B4B4"/>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9">
            <a:extLst>
              <a:ext uri="{FF2B5EF4-FFF2-40B4-BE49-F238E27FC236}">
                <a16:creationId xmlns:a16="http://schemas.microsoft.com/office/drawing/2014/main" id="{234858D6-B28D-4067-BC7E-704E5784F12E}"/>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1" name="Picture Placeholder 3">
            <a:extLst>
              <a:ext uri="{FF2B5EF4-FFF2-40B4-BE49-F238E27FC236}">
                <a16:creationId xmlns:a16="http://schemas.microsoft.com/office/drawing/2014/main" id="{02F3D4A6-3033-47E3-8ABD-41ED080CCE83}"/>
              </a:ext>
            </a:extLst>
          </p:cNvPr>
          <p:cNvSpPr>
            <a:spLocks noGrp="1"/>
          </p:cNvSpPr>
          <p:nvPr>
            <p:ph type="pic" idx="28"/>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2" name="Picture Placeholder 3">
            <a:extLst>
              <a:ext uri="{FF2B5EF4-FFF2-40B4-BE49-F238E27FC236}">
                <a16:creationId xmlns:a16="http://schemas.microsoft.com/office/drawing/2014/main" id="{207A0FF5-03A7-45C7-8DF5-143A4E0809AD}"/>
              </a:ext>
            </a:extLst>
          </p:cNvPr>
          <p:cNvSpPr>
            <a:spLocks noGrp="1"/>
          </p:cNvSpPr>
          <p:nvPr>
            <p:ph type="pic" idx="30"/>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A9E595F4-627C-44BB-B4F5-3B56C92E8EC5}"/>
              </a:ext>
            </a:extLst>
          </p:cNvPr>
          <p:cNvSpPr>
            <a:spLocks noGrp="1"/>
          </p:cNvSpPr>
          <p:nvPr>
            <p:ph type="pic" idx="29"/>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67553EE7-BC3D-4E56-89D2-42042DA3B6A0}"/>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3">
            <a:extLst>
              <a:ext uri="{FF2B5EF4-FFF2-40B4-BE49-F238E27FC236}">
                <a16:creationId xmlns:a16="http://schemas.microsoft.com/office/drawing/2014/main" id="{83229550-D8BA-4895-BFD2-F21F3FE2AC1F}"/>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27" name="Takeaway box png">
            <a:extLst>
              <a:ext uri="{FF2B5EF4-FFF2-40B4-BE49-F238E27FC236}">
                <a16:creationId xmlns:a16="http://schemas.microsoft.com/office/drawing/2014/main" id="{FE6422B0-F7D0-441D-A781-6DC4F972B680}"/>
              </a:ext>
            </a:extLst>
          </p:cNvPr>
          <p:cNvPicPr>
            <a:picLocks noChangeAspect="1"/>
          </p:cNvPicPr>
          <p:nvPr userDrawn="1"/>
        </p:nvPicPr>
        <p:blipFill>
          <a:blip r:embed="rId4"/>
          <a:stretch>
            <a:fillRect/>
          </a:stretch>
        </p:blipFill>
        <p:spPr>
          <a:xfrm>
            <a:off x="457200" y="5527450"/>
            <a:ext cx="7364606" cy="597460"/>
          </a:xfrm>
          <a:prstGeom prst="rect">
            <a:avLst/>
          </a:prstGeom>
        </p:spPr>
      </p:pic>
      <p:sp>
        <p:nvSpPr>
          <p:cNvPr id="28" name="Takeaway Text">
            <a:extLst>
              <a:ext uri="{FF2B5EF4-FFF2-40B4-BE49-F238E27FC236}">
                <a16:creationId xmlns:a16="http://schemas.microsoft.com/office/drawing/2014/main" id="{DEC3D7A2-0198-47D9-903D-FE6818651879}"/>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8" name="WBD logo">
            <a:extLst>
              <a:ext uri="{FF2B5EF4-FFF2-40B4-BE49-F238E27FC236}">
                <a16:creationId xmlns:a16="http://schemas.microsoft.com/office/drawing/2014/main" id="{7732941A-57BF-40BB-9F51-B28598C06512}"/>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2617099800"/>
      </p:ext>
    </p:extLst>
  </p:cSld>
  <p:clrMapOvr>
    <a:masterClrMapping/>
  </p:clrMapOvr>
  <p:transition>
    <p:fade/>
  </p:transition>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N_Ttl, Sub, Cont, Tkwy, 6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F006F1-E8D2-40C5-B259-E51DEDA46E85}"/>
              </a:ext>
            </a:extLst>
          </p:cNvPr>
          <p:cNvPicPr>
            <a:picLocks noChangeAspect="1"/>
          </p:cNvPicPr>
          <p:nvPr userDrawn="1"/>
        </p:nvPicPr>
        <p:blipFill>
          <a:blip r:embed="rId2"/>
          <a:stretch>
            <a:fillRect/>
          </a:stretch>
        </p:blipFill>
        <p:spPr>
          <a:xfrm>
            <a:off x="0" y="0"/>
            <a:ext cx="8113776" cy="6858000"/>
          </a:xfrm>
          <a:prstGeom prst="rect">
            <a:avLst/>
          </a:prstGeom>
        </p:spPr>
      </p:pic>
      <p:pic>
        <p:nvPicPr>
          <p:cNvPr id="21" name="Picture 20">
            <a:extLst>
              <a:ext uri="{FF2B5EF4-FFF2-40B4-BE49-F238E27FC236}">
                <a16:creationId xmlns:a16="http://schemas.microsoft.com/office/drawing/2014/main" id="{09752FF0-0508-4064-9600-5CD903569D43}"/>
              </a:ext>
            </a:extLst>
          </p:cNvPr>
          <p:cNvPicPr>
            <a:picLocks noChangeAspect="1"/>
          </p:cNvPicPr>
          <p:nvPr userDrawn="1"/>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9AF9DD18-3807-4C48-970A-157A842E3EBB}" type="slidenum">
              <a:rPr lang="en-US" smtClean="0"/>
              <a:pPr/>
              <a:t>‹#›</a:t>
            </a:fld>
            <a:endParaRPr lang="en-US"/>
          </a:p>
        </p:txBody>
      </p:sp>
      <p:sp>
        <p:nvSpPr>
          <p:cNvPr id="35" name="Content Placeholder 7">
            <a:extLst>
              <a:ext uri="{FF2B5EF4-FFF2-40B4-BE49-F238E27FC236}">
                <a16:creationId xmlns:a16="http://schemas.microsoft.com/office/drawing/2014/main" id="{8F31EDA7-9A77-4379-9611-691EB61CFD7F}"/>
              </a:ext>
            </a:extLst>
          </p:cNvPr>
          <p:cNvSpPr>
            <a:spLocks noGrp="1"/>
          </p:cNvSpPr>
          <p:nvPr>
            <p:ph sz="quarter" idx="17"/>
          </p:nvPr>
        </p:nvSpPr>
        <p:spPr>
          <a:xfrm>
            <a:off x="457200" y="1562101"/>
            <a:ext cx="7315200"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7" name="Text Placeholder 9">
            <a:extLst>
              <a:ext uri="{FF2B5EF4-FFF2-40B4-BE49-F238E27FC236}">
                <a16:creationId xmlns:a16="http://schemas.microsoft.com/office/drawing/2014/main" id="{FD49CCFF-5AF5-4E63-AA2D-682D6BE16237}"/>
              </a:ext>
            </a:extLst>
          </p:cNvPr>
          <p:cNvSpPr>
            <a:spLocks noGrp="1"/>
          </p:cNvSpPr>
          <p:nvPr>
            <p:ph type="body" sz="quarter" idx="33"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2" name="Picture Placeholder 3">
            <a:extLst>
              <a:ext uri="{FF2B5EF4-FFF2-40B4-BE49-F238E27FC236}">
                <a16:creationId xmlns:a16="http://schemas.microsoft.com/office/drawing/2014/main" id="{E44CCA12-406A-4BE0-BAC8-6ACCE8106314}"/>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F0C04695-7859-413E-92E8-3F748C3BE77B}"/>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272F77FA-2D3D-4578-8C27-976D2D974BFD}"/>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sp>
        <p:nvSpPr>
          <p:cNvPr id="26" name="Picture Placeholder 3">
            <a:extLst>
              <a:ext uri="{FF2B5EF4-FFF2-40B4-BE49-F238E27FC236}">
                <a16:creationId xmlns:a16="http://schemas.microsoft.com/office/drawing/2014/main" id="{FE4E6B76-D8D5-4F68-AC1D-E870C7305A43}"/>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61536BF1-FFE3-41E3-A9A1-2491E0D3CB58}"/>
              </a:ext>
            </a:extLst>
          </p:cNvPr>
          <p:cNvSpPr>
            <a:spLocks noGrp="1"/>
          </p:cNvSpPr>
          <p:nvPr>
            <p:ph type="pic" idx="29"/>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sp>
        <p:nvSpPr>
          <p:cNvPr id="28" name="Picture Placeholder 3">
            <a:extLst>
              <a:ext uri="{FF2B5EF4-FFF2-40B4-BE49-F238E27FC236}">
                <a16:creationId xmlns:a16="http://schemas.microsoft.com/office/drawing/2014/main" id="{1BB98BFB-A08F-47FC-A798-37E1FBC23352}"/>
              </a:ext>
            </a:extLst>
          </p:cNvPr>
          <p:cNvSpPr>
            <a:spLocks noGrp="1"/>
          </p:cNvSpPr>
          <p:nvPr>
            <p:ph type="pic" idx="32"/>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pic>
        <p:nvPicPr>
          <p:cNvPr id="20" name="Takeaway box png">
            <a:extLst>
              <a:ext uri="{FF2B5EF4-FFF2-40B4-BE49-F238E27FC236}">
                <a16:creationId xmlns:a16="http://schemas.microsoft.com/office/drawing/2014/main" id="{7D059729-8461-4F5C-BF18-10BC1B2F7035}"/>
              </a:ext>
            </a:extLst>
          </p:cNvPr>
          <p:cNvPicPr>
            <a:picLocks noChangeAspect="1"/>
          </p:cNvPicPr>
          <p:nvPr userDrawn="1"/>
        </p:nvPicPr>
        <p:blipFill>
          <a:blip r:embed="rId4"/>
          <a:stretch>
            <a:fillRect/>
          </a:stretch>
        </p:blipFill>
        <p:spPr>
          <a:xfrm>
            <a:off x="457200" y="5527450"/>
            <a:ext cx="7364606" cy="597460"/>
          </a:xfrm>
          <a:prstGeom prst="rect">
            <a:avLst/>
          </a:prstGeom>
        </p:spPr>
      </p:pic>
      <p:sp>
        <p:nvSpPr>
          <p:cNvPr id="25" name="Takeaway Text">
            <a:extLst>
              <a:ext uri="{FF2B5EF4-FFF2-40B4-BE49-F238E27FC236}">
                <a16:creationId xmlns:a16="http://schemas.microsoft.com/office/drawing/2014/main" id="{F3D373D9-2680-4513-A4A7-8CD388477F9D}"/>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8" name="WBD logo">
            <a:extLst>
              <a:ext uri="{FF2B5EF4-FFF2-40B4-BE49-F238E27FC236}">
                <a16:creationId xmlns:a16="http://schemas.microsoft.com/office/drawing/2014/main" id="{E9648F2F-B398-4DCA-A7E5-776976D04564}"/>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1264991993"/>
      </p:ext>
    </p:extLst>
  </p:cSld>
  <p:clrMapOvr>
    <a:masterClrMapping/>
  </p:clrMapOvr>
  <p:transition>
    <p:fade/>
  </p:transition>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_Photo: Full Screen Photo">
    <p:bg>
      <p:bgPr>
        <a:solidFill>
          <a:srgbClr val="FFFFFF"/>
        </a:solidFill>
        <a:effectLst/>
      </p:bgPr>
    </p:bg>
    <p:spTree>
      <p:nvGrpSpPr>
        <p:cNvPr id="1" name=""/>
        <p:cNvGrpSpPr/>
        <p:nvPr/>
      </p:nvGrpSpPr>
      <p:grpSpPr>
        <a:xfrm>
          <a:off x="0" y="0"/>
          <a:ext cx="0" cy="0"/>
          <a:chOff x="0" y="0"/>
          <a:chExt cx="0" cy="0"/>
        </a:xfrm>
      </p:grpSpPr>
      <p:sp>
        <p:nvSpPr>
          <p:cNvPr id="3" name="Picture Placeholder"/>
          <p:cNvSpPr>
            <a:spLocks noGrp="1"/>
          </p:cNvSpPr>
          <p:nvPr>
            <p:ph type="pic" sz="quarter" idx="10"/>
          </p:nvPr>
        </p:nvSpPr>
        <p:spPr>
          <a:xfrm>
            <a:off x="-3048" y="0"/>
            <a:ext cx="12198096"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 name="Slide Number Placeholder 10"/>
          <p:cNvSpPr>
            <a:spLocks noGrp="1"/>
          </p:cNvSpPr>
          <p:nvPr>
            <p:ph type="sldNum" sz="quarter" idx="4"/>
          </p:nvPr>
        </p:nvSpPr>
        <p:spPr>
          <a:xfrm>
            <a:off x="11704320" y="6656832"/>
            <a:ext cx="237744" cy="128016"/>
          </a:xfrm>
          <a:prstGeom prst="rect">
            <a:avLst/>
          </a:prstGeom>
          <a:noFill/>
          <a:ln>
            <a:noFill/>
          </a:ln>
        </p:spPr>
        <p:txBody>
          <a:bodyPr spcFirstLastPara="1" wrap="square" lIns="0" tIns="0" rIns="27425" bIns="0" anchor="b" anchorCtr="0">
            <a:noAutofit/>
          </a:bodyPr>
          <a:lstStyle>
            <a:lvl1pPr>
              <a:defRPr lang="en-US"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3824499264"/>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_Photo: 2-up">
    <p:bg>
      <p:bgPr>
        <a:solidFill>
          <a:schemeClr val="bg1"/>
        </a:solidFill>
        <a:effectLst/>
      </p:bgPr>
    </p:bg>
    <p:spTree>
      <p:nvGrpSpPr>
        <p:cNvPr id="1" name=""/>
        <p:cNvGrpSpPr/>
        <p:nvPr/>
      </p:nvGrpSpPr>
      <p:grpSpPr>
        <a:xfrm>
          <a:off x="0" y="0"/>
          <a:ext cx="0" cy="0"/>
          <a:chOff x="0" y="0"/>
          <a:chExt cx="0" cy="0"/>
        </a:xfrm>
      </p:grpSpPr>
      <p:sp>
        <p:nvSpPr>
          <p:cNvPr id="23" name="Picture Placeholder 2"/>
          <p:cNvSpPr>
            <a:spLocks noGrp="1"/>
          </p:cNvSpPr>
          <p:nvPr>
            <p:ph type="pic" idx="22"/>
          </p:nvPr>
        </p:nvSpPr>
        <p:spPr bwMode="gray">
          <a:xfrm>
            <a:off x="6156960" y="0"/>
            <a:ext cx="60350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60350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228067238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hoto: 3-up with gutters">
    <p:bg>
      <p:bgPr>
        <a:solidFill>
          <a:schemeClr val="bg1"/>
        </a:solidFill>
        <a:effectLst/>
      </p:bgPr>
    </p:bg>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4107180" y="0"/>
            <a:ext cx="3977640" cy="6858000"/>
          </a:xfrm>
          <a:solidFill>
            <a:srgbClr val="DCDCDC">
              <a:alpha val="49804"/>
            </a:srgbClr>
          </a:solidFill>
          <a:ln w="28575">
            <a:noFill/>
          </a:ln>
        </p:spPr>
        <p:txBody>
          <a:bodyPr vert="horz" lIns="0" tIns="0" rIns="0" bIns="0" rtlCol="0" anchor="ctr">
            <a:normAutofit/>
          </a:bodyPr>
          <a:lstStyle>
            <a:lvl1pPr>
              <a:defRPr lang="en-US" sz="900" dirty="0"/>
            </a:lvl1pPr>
          </a:lstStyle>
          <a:p>
            <a:pPr marL="0" lvl="0" indent="0" algn="ctr">
              <a:buNone/>
            </a:pPr>
            <a:r>
              <a:rPr lang="en-US"/>
              <a:t>Click icon to add picture</a:t>
            </a:r>
          </a:p>
        </p:txBody>
      </p:sp>
      <p:sp>
        <p:nvSpPr>
          <p:cNvPr id="20" name="Picture Placeholder 2"/>
          <p:cNvSpPr>
            <a:spLocks noGrp="1"/>
          </p:cNvSpPr>
          <p:nvPr>
            <p:ph type="pic" idx="10"/>
          </p:nvPr>
        </p:nvSpPr>
        <p:spPr bwMode="gray">
          <a:xfrm>
            <a:off x="0" y="0"/>
            <a:ext cx="3977640" cy="6858000"/>
          </a:xfrm>
          <a:solidFill>
            <a:srgbClr val="DCDCDC">
              <a:alpha val="49804"/>
            </a:srgbClr>
          </a:solidFill>
          <a:ln w="28575">
            <a:noFill/>
          </a:ln>
        </p:spPr>
        <p:txBody>
          <a:bodyPr vert="horz" lIns="0" tIns="0" rIns="0" bIns="0" rtlCol="0" anchor="ctr">
            <a:normAutofit/>
          </a:bodyPr>
          <a:lstStyle>
            <a:lvl1pPr>
              <a:defRPr lang="en-US" sz="900" dirty="0"/>
            </a:lvl1pPr>
          </a:lstStyle>
          <a:p>
            <a:pPr marL="0" lvl="0" indent="0" algn="ctr">
              <a:buNone/>
            </a:pPr>
            <a:r>
              <a:rPr lang="en-US"/>
              <a:t>Click icon to add picture</a:t>
            </a:r>
          </a:p>
        </p:txBody>
      </p:sp>
      <p:sp>
        <p:nvSpPr>
          <p:cNvPr id="7" name="Picture Placeholder 1"/>
          <p:cNvSpPr>
            <a:spLocks noGrp="1"/>
          </p:cNvSpPr>
          <p:nvPr>
            <p:ph type="pic" idx="25"/>
          </p:nvPr>
        </p:nvSpPr>
        <p:spPr bwMode="gray">
          <a:xfrm>
            <a:off x="8214360" y="0"/>
            <a:ext cx="3977640" cy="6858000"/>
          </a:xfrm>
          <a:solidFill>
            <a:srgbClr val="DCDCDC">
              <a:alpha val="49804"/>
            </a:srgbClr>
          </a:solidFill>
          <a:ln w="28575">
            <a:noFill/>
          </a:ln>
        </p:spPr>
        <p:txBody>
          <a:bodyPr vert="horz" lIns="0" tIns="0" rIns="0" bIns="0" rtlCol="0" anchor="ctr">
            <a:normAutofit/>
          </a:bodyPr>
          <a:lstStyle>
            <a:lvl1pPr>
              <a:defRPr lang="en-US" sz="900" dirty="0"/>
            </a:lvl1pPr>
          </a:lstStyle>
          <a:p>
            <a:pPr marL="0" lvl="0" indent="0" algn="ctr">
              <a:buNone/>
            </a:pPr>
            <a:r>
              <a:rPr lang="en-US"/>
              <a:t>Click icon to add picture</a:t>
            </a:r>
          </a:p>
        </p:txBody>
      </p:sp>
      <p:sp>
        <p:nvSpPr>
          <p:cNvPr id="8" name="Slide Number Placeholder 10">
            <a:extLst>
              <a:ext uri="{FF2B5EF4-FFF2-40B4-BE49-F238E27FC236}">
                <a16:creationId xmlns:a16="http://schemas.microsoft.com/office/drawing/2014/main" id="{03476E03-3249-4289-A847-53DBE7CFDE38}"/>
              </a:ext>
            </a:extLst>
          </p:cNvPr>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2747821681"/>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_Photo: 4-up">
    <p:bg>
      <p:bgPr>
        <a:solidFill>
          <a:schemeClr val="bg1"/>
        </a:solidFill>
        <a:effectLst/>
      </p:bgPr>
    </p:bg>
    <p:spTree>
      <p:nvGrpSpPr>
        <p:cNvPr id="1" name=""/>
        <p:cNvGrpSpPr/>
        <p:nvPr/>
      </p:nvGrpSpPr>
      <p:grpSpPr>
        <a:xfrm>
          <a:off x="0" y="0"/>
          <a:ext cx="0" cy="0"/>
          <a:chOff x="0" y="0"/>
          <a:chExt cx="0" cy="0"/>
        </a:xfrm>
      </p:grpSpPr>
      <p:sp>
        <p:nvSpPr>
          <p:cNvPr id="68" name="Picture Placeholder 4"/>
          <p:cNvSpPr>
            <a:spLocks noGrp="1"/>
          </p:cNvSpPr>
          <p:nvPr>
            <p:ph type="pic" idx="23"/>
          </p:nvPr>
        </p:nvSpPr>
        <p:spPr bwMode="gray">
          <a:xfrm>
            <a:off x="6156960" y="3483864"/>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p:cNvSpPr>
            <a:spLocks noGrp="1"/>
          </p:cNvSpPr>
          <p:nvPr>
            <p:ph type="pic" idx="22"/>
          </p:nvPr>
        </p:nvSpPr>
        <p:spPr bwMode="gray">
          <a:xfrm>
            <a:off x="6156960" y="0"/>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9" name="Picture Placeholder 2"/>
          <p:cNvSpPr>
            <a:spLocks noGrp="1"/>
          </p:cNvSpPr>
          <p:nvPr>
            <p:ph type="pic" idx="24"/>
          </p:nvPr>
        </p:nvSpPr>
        <p:spPr bwMode="gray">
          <a:xfrm>
            <a:off x="0" y="3483864"/>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1118986487"/>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_Photo: 6-up">
    <p:bg>
      <p:bgPr>
        <a:solidFill>
          <a:schemeClr val="bg1"/>
        </a:solidFill>
        <a:effectLst/>
      </p:bgPr>
    </p:bg>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410718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3"/>
          <p:cNvSpPr>
            <a:spLocks noGrp="1"/>
          </p:cNvSpPr>
          <p:nvPr>
            <p:ph type="pic" idx="25"/>
          </p:nvPr>
        </p:nvSpPr>
        <p:spPr bwMode="gray">
          <a:xfrm>
            <a:off x="821436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9" name="Picture Placeholder 3"/>
          <p:cNvSpPr>
            <a:spLocks noGrp="1"/>
          </p:cNvSpPr>
          <p:nvPr>
            <p:ph type="pic" idx="26"/>
          </p:nvPr>
        </p:nvSpPr>
        <p:spPr bwMode="gray">
          <a:xfrm>
            <a:off x="410718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27"/>
          </p:nvPr>
        </p:nvSpPr>
        <p:spPr bwMode="gray">
          <a:xfrm>
            <a:off x="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8"/>
          </p:nvPr>
        </p:nvSpPr>
        <p:spPr bwMode="gray">
          <a:xfrm>
            <a:off x="821436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1365973136"/>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_Photo: 8-up">
    <p:bg>
      <p:bgPr>
        <a:solidFill>
          <a:schemeClr val="bg1"/>
        </a:solidFill>
        <a:effectLst/>
      </p:bgPr>
    </p:bg>
    <p:spTree>
      <p:nvGrpSpPr>
        <p:cNvPr id="1" name=""/>
        <p:cNvGrpSpPr/>
        <p:nvPr/>
      </p:nvGrpSpPr>
      <p:grpSpPr>
        <a:xfrm>
          <a:off x="0" y="0"/>
          <a:ext cx="0" cy="0"/>
          <a:chOff x="0" y="0"/>
          <a:chExt cx="0" cy="0"/>
        </a:xfrm>
      </p:grpSpPr>
      <p:sp>
        <p:nvSpPr>
          <p:cNvPr id="26" name="Picture Placeholder 8"/>
          <p:cNvSpPr>
            <a:spLocks noGrp="1"/>
          </p:cNvSpPr>
          <p:nvPr userDrawn="1">
            <p:ph type="pic" idx="15"/>
          </p:nvPr>
        </p:nvSpPr>
        <p:spPr bwMode="gray">
          <a:xfrm>
            <a:off x="9247632"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7"/>
          <p:cNvSpPr>
            <a:spLocks noGrp="1"/>
          </p:cNvSpPr>
          <p:nvPr userDrawn="1">
            <p:ph type="pic" idx="13"/>
          </p:nvPr>
        </p:nvSpPr>
        <p:spPr bwMode="gray">
          <a:xfrm>
            <a:off x="924763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6"/>
          <p:cNvSpPr>
            <a:spLocks noGrp="1"/>
          </p:cNvSpPr>
          <p:nvPr userDrawn="1">
            <p:ph type="pic" idx="14"/>
          </p:nvPr>
        </p:nvSpPr>
        <p:spPr bwMode="gray">
          <a:xfrm>
            <a:off x="6163056"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5"/>
          <p:cNvSpPr>
            <a:spLocks noGrp="1"/>
          </p:cNvSpPr>
          <p:nvPr userDrawn="1">
            <p:ph type="pic" idx="16"/>
          </p:nvPr>
        </p:nvSpPr>
        <p:spPr bwMode="gray">
          <a:xfrm>
            <a:off x="6163056"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4"/>
          <p:cNvSpPr>
            <a:spLocks noGrp="1"/>
          </p:cNvSpPr>
          <p:nvPr userDrawn="1">
            <p:ph type="pic" idx="10"/>
          </p:nvPr>
        </p:nvSpPr>
        <p:spPr bwMode="gray">
          <a:xfrm>
            <a:off x="3081528"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p:cNvSpPr>
            <a:spLocks noGrp="1"/>
          </p:cNvSpPr>
          <p:nvPr userDrawn="1">
            <p:ph type="pic" idx="17"/>
          </p:nvPr>
        </p:nvSpPr>
        <p:spPr bwMode="gray">
          <a:xfrm>
            <a:off x="3081528"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2"/>
          <p:cNvSpPr>
            <a:spLocks noGrp="1"/>
          </p:cNvSpPr>
          <p:nvPr userDrawn="1">
            <p:ph type="pic" idx="12"/>
          </p:nvPr>
        </p:nvSpPr>
        <p:spPr bwMode="gray">
          <a:xfrm>
            <a:off x="0"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1"/>
          <p:cNvSpPr>
            <a:spLocks noGrp="1"/>
          </p:cNvSpPr>
          <p:nvPr userDrawn="1">
            <p:ph type="pic" idx="1"/>
          </p:nvPr>
        </p:nvSpPr>
        <p:spPr bwMode="gray">
          <a:xfrm>
            <a:off x="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738797880"/>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_Photo: 16-up">
    <p:bg>
      <p:bgPr>
        <a:solidFill>
          <a:srgbClr val="FFFFFF"/>
        </a:solidFill>
        <a:effectLst/>
      </p:bgPr>
    </p:bg>
    <p:spTree>
      <p:nvGrpSpPr>
        <p:cNvPr id="1" name=""/>
        <p:cNvGrpSpPr/>
        <p:nvPr/>
      </p:nvGrpSpPr>
      <p:grpSpPr>
        <a:xfrm>
          <a:off x="0" y="0"/>
          <a:ext cx="0" cy="0"/>
          <a:chOff x="0" y="0"/>
          <a:chExt cx="0" cy="0"/>
        </a:xfrm>
      </p:grpSpPr>
      <p:sp>
        <p:nvSpPr>
          <p:cNvPr id="44" name="Picture Placeholder 16"/>
          <p:cNvSpPr>
            <a:spLocks noGrp="1"/>
          </p:cNvSpPr>
          <p:nvPr>
            <p:ph type="pic" sz="quarter" idx="18"/>
          </p:nvPr>
        </p:nvSpPr>
        <p:spPr>
          <a:xfrm>
            <a:off x="9247632" y="5230368"/>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8" name="Picture Placeholder 15"/>
          <p:cNvSpPr>
            <a:spLocks noGrp="1"/>
          </p:cNvSpPr>
          <p:nvPr>
            <p:ph type="pic" sz="quarter" idx="22"/>
          </p:nvPr>
        </p:nvSpPr>
        <p:spPr>
          <a:xfrm>
            <a:off x="6165087" y="5230368"/>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2" name="Picture Placeholder 14"/>
          <p:cNvSpPr>
            <a:spLocks noGrp="1"/>
          </p:cNvSpPr>
          <p:nvPr>
            <p:ph type="pic" sz="quarter" idx="26"/>
          </p:nvPr>
        </p:nvSpPr>
        <p:spPr>
          <a:xfrm>
            <a:off x="3082543" y="5230368"/>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6" name="Picture Placeholder 13"/>
          <p:cNvSpPr>
            <a:spLocks noGrp="1"/>
          </p:cNvSpPr>
          <p:nvPr>
            <p:ph type="pic" sz="quarter" idx="30"/>
          </p:nvPr>
        </p:nvSpPr>
        <p:spPr>
          <a:xfrm>
            <a:off x="0" y="5230368"/>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3" name="Picture Placeholder 12"/>
          <p:cNvSpPr>
            <a:spLocks noGrp="1"/>
          </p:cNvSpPr>
          <p:nvPr>
            <p:ph type="pic" sz="quarter" idx="17"/>
          </p:nvPr>
        </p:nvSpPr>
        <p:spPr>
          <a:xfrm>
            <a:off x="9247632" y="348386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7" name="Picture Placeholder 11"/>
          <p:cNvSpPr>
            <a:spLocks noGrp="1"/>
          </p:cNvSpPr>
          <p:nvPr>
            <p:ph type="pic" sz="quarter" idx="21"/>
          </p:nvPr>
        </p:nvSpPr>
        <p:spPr>
          <a:xfrm>
            <a:off x="6165087" y="348386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1" name="Picture Placeholder 10"/>
          <p:cNvSpPr>
            <a:spLocks noGrp="1"/>
          </p:cNvSpPr>
          <p:nvPr>
            <p:ph type="pic" sz="quarter" idx="25"/>
          </p:nvPr>
        </p:nvSpPr>
        <p:spPr>
          <a:xfrm>
            <a:off x="3082543" y="348386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5" name="Picture Placeholder 9"/>
          <p:cNvSpPr>
            <a:spLocks noGrp="1"/>
          </p:cNvSpPr>
          <p:nvPr>
            <p:ph type="pic" sz="quarter" idx="29"/>
          </p:nvPr>
        </p:nvSpPr>
        <p:spPr>
          <a:xfrm>
            <a:off x="0" y="348386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2" name="Picture Placeholder 8"/>
          <p:cNvSpPr>
            <a:spLocks noGrp="1"/>
          </p:cNvSpPr>
          <p:nvPr>
            <p:ph type="pic" sz="quarter" idx="16"/>
          </p:nvPr>
        </p:nvSpPr>
        <p:spPr>
          <a:xfrm>
            <a:off x="9247632" y="174650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6" name="Picture Placeholder 7"/>
          <p:cNvSpPr>
            <a:spLocks noGrp="1"/>
          </p:cNvSpPr>
          <p:nvPr>
            <p:ph type="pic" sz="quarter" idx="20"/>
          </p:nvPr>
        </p:nvSpPr>
        <p:spPr>
          <a:xfrm>
            <a:off x="6165087" y="174650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0" name="Picture Placeholder 6"/>
          <p:cNvSpPr>
            <a:spLocks noGrp="1"/>
          </p:cNvSpPr>
          <p:nvPr>
            <p:ph type="pic" sz="quarter" idx="24"/>
          </p:nvPr>
        </p:nvSpPr>
        <p:spPr>
          <a:xfrm>
            <a:off x="3082543" y="174650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4" name="Picture Placeholder 5"/>
          <p:cNvSpPr>
            <a:spLocks noGrp="1"/>
          </p:cNvSpPr>
          <p:nvPr>
            <p:ph type="pic" sz="quarter" idx="28"/>
          </p:nvPr>
        </p:nvSpPr>
        <p:spPr>
          <a:xfrm>
            <a:off x="0" y="174650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1" name="Picture Placeholder 4"/>
          <p:cNvSpPr>
            <a:spLocks noGrp="1"/>
          </p:cNvSpPr>
          <p:nvPr>
            <p:ph type="pic" sz="quarter" idx="11"/>
          </p:nvPr>
        </p:nvSpPr>
        <p:spPr>
          <a:xfrm>
            <a:off x="9247632" y="0"/>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5" name="Picture Placeholder 3"/>
          <p:cNvSpPr>
            <a:spLocks noGrp="1"/>
          </p:cNvSpPr>
          <p:nvPr>
            <p:ph type="pic" sz="quarter" idx="19"/>
          </p:nvPr>
        </p:nvSpPr>
        <p:spPr>
          <a:xfrm>
            <a:off x="6165087" y="0"/>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9" name="Picture Placeholder 2"/>
          <p:cNvSpPr>
            <a:spLocks noGrp="1"/>
          </p:cNvSpPr>
          <p:nvPr>
            <p:ph type="pic" sz="quarter" idx="23"/>
          </p:nvPr>
        </p:nvSpPr>
        <p:spPr>
          <a:xfrm>
            <a:off x="3082543" y="0"/>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8" name="Picture Placeholder 2"/>
          <p:cNvSpPr>
            <a:spLocks noGrp="1"/>
          </p:cNvSpPr>
          <p:nvPr>
            <p:ph type="pic" sz="quarter" idx="31"/>
          </p:nvPr>
        </p:nvSpPr>
        <p:spPr>
          <a:xfrm>
            <a:off x="0" y="12700"/>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9"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1746173004"/>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_Photo: 20-up">
    <p:bg>
      <p:bgPr>
        <a:solidFill>
          <a:schemeClr val="bg1"/>
        </a:solidFill>
        <a:effectLst/>
      </p:bgPr>
    </p:bg>
    <p:spTree>
      <p:nvGrpSpPr>
        <p:cNvPr id="1" name=""/>
        <p:cNvGrpSpPr/>
        <p:nvPr/>
      </p:nvGrpSpPr>
      <p:grpSpPr>
        <a:xfrm>
          <a:off x="0" y="0"/>
          <a:ext cx="0" cy="0"/>
          <a:chOff x="0" y="0"/>
          <a:chExt cx="0" cy="0"/>
        </a:xfrm>
      </p:grpSpPr>
      <p:sp>
        <p:nvSpPr>
          <p:cNvPr id="164" name="Picture Placeholder 20"/>
          <p:cNvSpPr>
            <a:spLocks noGrp="1"/>
          </p:cNvSpPr>
          <p:nvPr>
            <p:ph type="pic" sz="quarter" idx="29"/>
          </p:nvPr>
        </p:nvSpPr>
        <p:spPr>
          <a:xfrm>
            <a:off x="9860280" y="5230368"/>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60" name="Picture Placeholder 19"/>
          <p:cNvSpPr>
            <a:spLocks noGrp="1"/>
          </p:cNvSpPr>
          <p:nvPr>
            <p:ph type="pic" sz="quarter" idx="28"/>
          </p:nvPr>
        </p:nvSpPr>
        <p:spPr>
          <a:xfrm>
            <a:off x="9860280" y="3486912"/>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58" name="Picture Placeholder 18"/>
          <p:cNvSpPr>
            <a:spLocks noGrp="1"/>
          </p:cNvSpPr>
          <p:nvPr>
            <p:ph type="pic" sz="quarter" idx="27"/>
          </p:nvPr>
        </p:nvSpPr>
        <p:spPr>
          <a:xfrm>
            <a:off x="9860280" y="1743456"/>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56" name="Picture Placeholder 17"/>
          <p:cNvSpPr>
            <a:spLocks noGrp="1"/>
          </p:cNvSpPr>
          <p:nvPr>
            <p:ph type="pic" sz="quarter" idx="26"/>
          </p:nvPr>
        </p:nvSpPr>
        <p:spPr>
          <a:xfrm>
            <a:off x="9860280" y="0"/>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54" name="Picture Placeholder 16"/>
          <p:cNvSpPr>
            <a:spLocks noGrp="1"/>
          </p:cNvSpPr>
          <p:nvPr>
            <p:ph type="pic" sz="quarter" idx="25"/>
          </p:nvPr>
        </p:nvSpPr>
        <p:spPr>
          <a:xfrm>
            <a:off x="7395210" y="5230368"/>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52" name="Picture Placeholder 15"/>
          <p:cNvSpPr>
            <a:spLocks noGrp="1"/>
          </p:cNvSpPr>
          <p:nvPr>
            <p:ph type="pic" sz="quarter" idx="24"/>
          </p:nvPr>
        </p:nvSpPr>
        <p:spPr>
          <a:xfrm>
            <a:off x="7395210" y="3486912"/>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50" name="Picture Placeholder 14"/>
          <p:cNvSpPr>
            <a:spLocks noGrp="1"/>
          </p:cNvSpPr>
          <p:nvPr>
            <p:ph type="pic" sz="quarter" idx="23"/>
          </p:nvPr>
        </p:nvSpPr>
        <p:spPr>
          <a:xfrm>
            <a:off x="7395210" y="1743456"/>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8" name="Picture Placeholder 13"/>
          <p:cNvSpPr>
            <a:spLocks noGrp="1"/>
          </p:cNvSpPr>
          <p:nvPr>
            <p:ph type="pic" sz="quarter" idx="22"/>
          </p:nvPr>
        </p:nvSpPr>
        <p:spPr>
          <a:xfrm>
            <a:off x="7395210" y="0"/>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7" name="Picture Placeholder 12"/>
          <p:cNvSpPr>
            <a:spLocks noGrp="1"/>
          </p:cNvSpPr>
          <p:nvPr>
            <p:ph type="pic" sz="quarter" idx="21"/>
          </p:nvPr>
        </p:nvSpPr>
        <p:spPr>
          <a:xfrm>
            <a:off x="4930140" y="5230368"/>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5" name="Picture Placeholder 11"/>
          <p:cNvSpPr>
            <a:spLocks noGrp="1"/>
          </p:cNvSpPr>
          <p:nvPr>
            <p:ph type="pic" sz="quarter" idx="20"/>
          </p:nvPr>
        </p:nvSpPr>
        <p:spPr>
          <a:xfrm>
            <a:off x="4930140" y="3486912"/>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1" name="Picture Placeholder 10"/>
          <p:cNvSpPr>
            <a:spLocks noGrp="1"/>
          </p:cNvSpPr>
          <p:nvPr>
            <p:ph type="pic" sz="quarter" idx="19"/>
          </p:nvPr>
        </p:nvSpPr>
        <p:spPr>
          <a:xfrm>
            <a:off x="4930140" y="1743456"/>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9"/>
          <p:cNvSpPr>
            <a:spLocks noGrp="1"/>
          </p:cNvSpPr>
          <p:nvPr>
            <p:ph type="pic" sz="quarter" idx="18"/>
          </p:nvPr>
        </p:nvSpPr>
        <p:spPr>
          <a:xfrm>
            <a:off x="4930140" y="0"/>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1" name="Picture Placeholder 8"/>
          <p:cNvSpPr>
            <a:spLocks noGrp="1"/>
          </p:cNvSpPr>
          <p:nvPr>
            <p:ph type="pic" sz="quarter" idx="17"/>
          </p:nvPr>
        </p:nvSpPr>
        <p:spPr>
          <a:xfrm>
            <a:off x="2465070" y="5230368"/>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8" name="Picture Placeholder 7"/>
          <p:cNvSpPr>
            <a:spLocks noGrp="1"/>
          </p:cNvSpPr>
          <p:nvPr>
            <p:ph type="pic" sz="quarter" idx="16"/>
          </p:nvPr>
        </p:nvSpPr>
        <p:spPr>
          <a:xfrm>
            <a:off x="2465070" y="3486912"/>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6" name="Picture Placeholder 6"/>
          <p:cNvSpPr>
            <a:spLocks noGrp="1"/>
          </p:cNvSpPr>
          <p:nvPr>
            <p:ph type="pic" sz="quarter" idx="15"/>
          </p:nvPr>
        </p:nvSpPr>
        <p:spPr>
          <a:xfrm>
            <a:off x="2465070" y="1743456"/>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 name="Picture Placeholder 5"/>
          <p:cNvSpPr>
            <a:spLocks noGrp="1"/>
          </p:cNvSpPr>
          <p:nvPr>
            <p:ph type="pic" sz="quarter" idx="14"/>
          </p:nvPr>
        </p:nvSpPr>
        <p:spPr>
          <a:xfrm>
            <a:off x="2465070" y="0"/>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Picture Placeholder 4"/>
          <p:cNvSpPr>
            <a:spLocks noGrp="1"/>
          </p:cNvSpPr>
          <p:nvPr>
            <p:ph type="pic" sz="quarter" idx="13"/>
          </p:nvPr>
        </p:nvSpPr>
        <p:spPr>
          <a:xfrm>
            <a:off x="0" y="5230368"/>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9" name="Picture Placeholder 3"/>
          <p:cNvSpPr>
            <a:spLocks noGrp="1"/>
          </p:cNvSpPr>
          <p:nvPr>
            <p:ph type="pic" sz="quarter" idx="12"/>
          </p:nvPr>
        </p:nvSpPr>
        <p:spPr>
          <a:xfrm>
            <a:off x="0" y="3486150"/>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2"/>
          <p:cNvSpPr>
            <a:spLocks noGrp="1"/>
          </p:cNvSpPr>
          <p:nvPr>
            <p:ph type="pic" sz="quarter" idx="11"/>
          </p:nvPr>
        </p:nvSpPr>
        <p:spPr>
          <a:xfrm>
            <a:off x="0" y="1741932"/>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 name="Picture Placeholder 1"/>
          <p:cNvSpPr>
            <a:spLocks noGrp="1"/>
          </p:cNvSpPr>
          <p:nvPr>
            <p:ph type="pic" sz="quarter" idx="10"/>
          </p:nvPr>
        </p:nvSpPr>
        <p:spPr>
          <a:xfrm>
            <a:off x="0" y="0"/>
            <a:ext cx="2331720" cy="162534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1668703920"/>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_Photo: Mosaic 5-up R">
    <p:bg>
      <p:bgPr>
        <a:solidFill>
          <a:schemeClr val="bg1"/>
        </a:solidFill>
        <a:effectLst/>
      </p:bgPr>
    </p:bg>
    <p:spTree>
      <p:nvGrpSpPr>
        <p:cNvPr id="1" name=""/>
        <p:cNvGrpSpPr/>
        <p:nvPr/>
      </p:nvGrpSpPr>
      <p:grpSpPr>
        <a:xfrm>
          <a:off x="0" y="0"/>
          <a:ext cx="0" cy="0"/>
          <a:chOff x="0" y="0"/>
          <a:chExt cx="0" cy="0"/>
        </a:xfrm>
      </p:grpSpPr>
      <p:sp>
        <p:nvSpPr>
          <p:cNvPr id="27" name="Picture Placeholder 5"/>
          <p:cNvSpPr>
            <a:spLocks noGrp="1"/>
          </p:cNvSpPr>
          <p:nvPr>
            <p:ph type="pic" idx="16"/>
          </p:nvPr>
        </p:nvSpPr>
        <p:spPr bwMode="gray">
          <a:xfrm>
            <a:off x="6163056" y="0"/>
            <a:ext cx="6028944"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4"/>
          <p:cNvSpPr>
            <a:spLocks noGrp="1"/>
          </p:cNvSpPr>
          <p:nvPr>
            <p:ph type="pic" idx="10"/>
          </p:nvPr>
        </p:nvSpPr>
        <p:spPr bwMode="gray">
          <a:xfrm>
            <a:off x="3081528" y="3483864"/>
            <a:ext cx="2944368" cy="337344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p:cNvSpPr>
            <a:spLocks noGrp="1"/>
          </p:cNvSpPr>
          <p:nvPr>
            <p:ph type="pic" idx="17"/>
          </p:nvPr>
        </p:nvSpPr>
        <p:spPr bwMode="gray">
          <a:xfrm>
            <a:off x="3081528"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2"/>
          <p:cNvSpPr>
            <a:spLocks noGrp="1"/>
          </p:cNvSpPr>
          <p:nvPr>
            <p:ph type="pic" idx="12"/>
          </p:nvPr>
        </p:nvSpPr>
        <p:spPr bwMode="gray">
          <a:xfrm>
            <a:off x="0"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1"/>
          <p:cNvSpPr>
            <a:spLocks noGrp="1"/>
          </p:cNvSpPr>
          <p:nvPr>
            <p:ph type="pic" idx="1"/>
          </p:nvPr>
        </p:nvSpPr>
        <p:spPr bwMode="gray">
          <a:xfrm>
            <a:off x="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4267496734"/>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_Photo: Mosaic 5-up L">
    <p:bg>
      <p:bgPr>
        <a:solidFill>
          <a:schemeClr val="bg1"/>
        </a:solidFill>
        <a:effectLst/>
      </p:bgPr>
    </p:bg>
    <p:spTree>
      <p:nvGrpSpPr>
        <p:cNvPr id="1" name=""/>
        <p:cNvGrpSpPr/>
        <p:nvPr/>
      </p:nvGrpSpPr>
      <p:grpSpPr>
        <a:xfrm>
          <a:off x="0" y="0"/>
          <a:ext cx="0" cy="0"/>
          <a:chOff x="0" y="0"/>
          <a:chExt cx="0" cy="0"/>
        </a:xfrm>
      </p:grpSpPr>
      <p:sp>
        <p:nvSpPr>
          <p:cNvPr id="28" name="Picture Placeholder 5"/>
          <p:cNvSpPr>
            <a:spLocks noGrp="1"/>
          </p:cNvSpPr>
          <p:nvPr>
            <p:ph type="pic" idx="17"/>
          </p:nvPr>
        </p:nvSpPr>
        <p:spPr bwMode="gray">
          <a:xfrm>
            <a:off x="9247632"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4"/>
          <p:cNvSpPr>
            <a:spLocks noGrp="1"/>
          </p:cNvSpPr>
          <p:nvPr>
            <p:ph type="pic" idx="16"/>
          </p:nvPr>
        </p:nvSpPr>
        <p:spPr bwMode="gray">
          <a:xfrm>
            <a:off x="924763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p:cNvSpPr>
            <a:spLocks noGrp="1"/>
          </p:cNvSpPr>
          <p:nvPr>
            <p:ph type="pic" idx="18"/>
          </p:nvPr>
        </p:nvSpPr>
        <p:spPr bwMode="gray">
          <a:xfrm>
            <a:off x="6160475"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2"/>
          <p:cNvSpPr>
            <a:spLocks noGrp="1"/>
          </p:cNvSpPr>
          <p:nvPr>
            <p:ph type="pic" idx="10"/>
          </p:nvPr>
        </p:nvSpPr>
        <p:spPr bwMode="gray">
          <a:xfrm>
            <a:off x="6160475"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1"/>
          <p:cNvSpPr>
            <a:spLocks noGrp="1"/>
          </p:cNvSpPr>
          <p:nvPr>
            <p:ph type="pic" idx="1"/>
          </p:nvPr>
        </p:nvSpPr>
        <p:spPr bwMode="gray">
          <a:xfrm>
            <a:off x="0" y="0"/>
            <a:ext cx="6017685"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2249407103"/>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_Photo: Mosaic 4-up 2">
    <p:bg>
      <p:bgPr>
        <a:solidFill>
          <a:schemeClr val="bg1"/>
        </a:solidFill>
        <a:effectLst/>
      </p:bgPr>
    </p:bg>
    <p:spTree>
      <p:nvGrpSpPr>
        <p:cNvPr id="1" name=""/>
        <p:cNvGrpSpPr/>
        <p:nvPr/>
      </p:nvGrpSpPr>
      <p:grpSpPr>
        <a:xfrm>
          <a:off x="0" y="0"/>
          <a:ext cx="0" cy="0"/>
          <a:chOff x="0" y="0"/>
          <a:chExt cx="0" cy="0"/>
        </a:xfrm>
      </p:grpSpPr>
      <p:sp>
        <p:nvSpPr>
          <p:cNvPr id="27" name="Picture Placeholder 4"/>
          <p:cNvSpPr>
            <a:spLocks noGrp="1"/>
          </p:cNvSpPr>
          <p:nvPr>
            <p:ph type="pic" idx="16"/>
          </p:nvPr>
        </p:nvSpPr>
        <p:spPr bwMode="gray">
          <a:xfrm>
            <a:off x="6166104" y="0"/>
            <a:ext cx="6025896"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p:cNvSpPr>
            <a:spLocks noGrp="1"/>
          </p:cNvSpPr>
          <p:nvPr>
            <p:ph type="pic" idx="22"/>
          </p:nvPr>
        </p:nvSpPr>
        <p:spPr bwMode="gray">
          <a:xfrm>
            <a:off x="308305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6" name="Picture Placeholder 2"/>
          <p:cNvSpPr>
            <a:spLocks noGrp="1"/>
          </p:cNvSpPr>
          <p:nvPr>
            <p:ph type="pic" idx="21"/>
          </p:nvPr>
        </p:nvSpPr>
        <p:spPr bwMode="gray">
          <a:xfrm>
            <a:off x="0" y="3483864"/>
            <a:ext cx="602742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3101981974"/>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_Photo: Mosaic 5-up 1">
    <p:bg>
      <p:bgPr>
        <a:solidFill>
          <a:schemeClr val="bg1"/>
        </a:solidFill>
        <a:effectLst/>
      </p:bgPr>
    </p:bg>
    <p:spTree>
      <p:nvGrpSpPr>
        <p:cNvPr id="1" name=""/>
        <p:cNvGrpSpPr/>
        <p:nvPr/>
      </p:nvGrpSpPr>
      <p:grpSpPr>
        <a:xfrm>
          <a:off x="0" y="0"/>
          <a:ext cx="0" cy="0"/>
          <a:chOff x="0" y="0"/>
          <a:chExt cx="0" cy="0"/>
        </a:xfrm>
      </p:grpSpPr>
      <p:sp>
        <p:nvSpPr>
          <p:cNvPr id="25" name="Picture Placeholder 5"/>
          <p:cNvSpPr>
            <a:spLocks noGrp="1"/>
          </p:cNvSpPr>
          <p:nvPr>
            <p:ph type="pic" idx="23"/>
          </p:nvPr>
        </p:nvSpPr>
        <p:spPr bwMode="gray">
          <a:xfrm>
            <a:off x="3081528" y="3483864"/>
            <a:ext cx="9110472"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 name="Picture Placeholder 4"/>
          <p:cNvSpPr>
            <a:spLocks noGrp="1"/>
          </p:cNvSpPr>
          <p:nvPr>
            <p:ph type="pic" idx="24"/>
          </p:nvPr>
        </p:nvSpPr>
        <p:spPr bwMode="gray">
          <a:xfrm>
            <a:off x="0"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p:cNvSpPr>
            <a:spLocks noGrp="1"/>
          </p:cNvSpPr>
          <p:nvPr>
            <p:ph type="pic" idx="16"/>
          </p:nvPr>
        </p:nvSpPr>
        <p:spPr bwMode="gray">
          <a:xfrm>
            <a:off x="924763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2"/>
          <p:cNvSpPr>
            <a:spLocks noGrp="1"/>
          </p:cNvSpPr>
          <p:nvPr>
            <p:ph type="pic" idx="22"/>
          </p:nvPr>
        </p:nvSpPr>
        <p:spPr bwMode="gray">
          <a:xfrm>
            <a:off x="616458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6025896"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1653244297"/>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O_Photo: Mosaic 5-up 2">
    <p:bg>
      <p:bgPr>
        <a:solidFill>
          <a:schemeClr val="bg1"/>
        </a:solidFill>
        <a:effectLst/>
      </p:bgPr>
    </p:bg>
    <p:spTree>
      <p:nvGrpSpPr>
        <p:cNvPr id="1" name=""/>
        <p:cNvGrpSpPr/>
        <p:nvPr/>
      </p:nvGrpSpPr>
      <p:grpSpPr>
        <a:xfrm>
          <a:off x="0" y="0"/>
          <a:ext cx="0" cy="0"/>
          <a:chOff x="0" y="0"/>
          <a:chExt cx="0" cy="0"/>
        </a:xfrm>
      </p:grpSpPr>
      <p:sp>
        <p:nvSpPr>
          <p:cNvPr id="21" name="Picture Placeholder 5"/>
          <p:cNvSpPr>
            <a:spLocks noGrp="1"/>
          </p:cNvSpPr>
          <p:nvPr>
            <p:ph type="pic" idx="12"/>
          </p:nvPr>
        </p:nvSpPr>
        <p:spPr bwMode="gray">
          <a:xfrm>
            <a:off x="6166104" y="3492500"/>
            <a:ext cx="6025896"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4"/>
          <p:cNvSpPr>
            <a:spLocks noGrp="1"/>
          </p:cNvSpPr>
          <p:nvPr>
            <p:ph type="pic" idx="11"/>
          </p:nvPr>
        </p:nvSpPr>
        <p:spPr bwMode="gray">
          <a:xfrm>
            <a:off x="3083052" y="349250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8" name="Picture Placeholder 3"/>
          <p:cNvSpPr>
            <a:spLocks noGrp="1"/>
          </p:cNvSpPr>
          <p:nvPr>
            <p:ph type="pic" idx="10"/>
          </p:nvPr>
        </p:nvSpPr>
        <p:spPr bwMode="gray">
          <a:xfrm>
            <a:off x="0" y="349250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2" name="Picture Placeholder 2"/>
          <p:cNvSpPr>
            <a:spLocks noGrp="1"/>
          </p:cNvSpPr>
          <p:nvPr>
            <p:ph type="pic" idx="13"/>
          </p:nvPr>
        </p:nvSpPr>
        <p:spPr bwMode="gray">
          <a:xfrm>
            <a:off x="924763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1"/>
          <p:cNvSpPr>
            <a:spLocks noGrp="1"/>
          </p:cNvSpPr>
          <p:nvPr>
            <p:ph type="pic" idx="1"/>
          </p:nvPr>
        </p:nvSpPr>
        <p:spPr bwMode="gray">
          <a:xfrm>
            <a:off x="0" y="0"/>
            <a:ext cx="9107424"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2560476364"/>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O_Photo: 3-up mosaic">
    <p:bg>
      <p:bgPr>
        <a:solidFill>
          <a:schemeClr val="bg1"/>
        </a:solidFill>
        <a:effectLst/>
      </p:bgPr>
    </p:bg>
    <p:spTree>
      <p:nvGrpSpPr>
        <p:cNvPr id="1" name=""/>
        <p:cNvGrpSpPr/>
        <p:nvPr/>
      </p:nvGrpSpPr>
      <p:grpSpPr>
        <a:xfrm>
          <a:off x="0" y="0"/>
          <a:ext cx="0" cy="0"/>
          <a:chOff x="0" y="0"/>
          <a:chExt cx="0" cy="0"/>
        </a:xfrm>
      </p:grpSpPr>
      <p:sp>
        <p:nvSpPr>
          <p:cNvPr id="20" name="Picture Placeholder 1"/>
          <p:cNvSpPr>
            <a:spLocks noGrp="1"/>
          </p:cNvSpPr>
          <p:nvPr>
            <p:ph type="pic" idx="10"/>
          </p:nvPr>
        </p:nvSpPr>
        <p:spPr bwMode="gray">
          <a:xfrm>
            <a:off x="0" y="0"/>
            <a:ext cx="60350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 name="Picture Placeholder 4"/>
          <p:cNvSpPr>
            <a:spLocks noGrp="1"/>
          </p:cNvSpPr>
          <p:nvPr>
            <p:ph type="pic" idx="23"/>
          </p:nvPr>
        </p:nvSpPr>
        <p:spPr bwMode="gray">
          <a:xfrm>
            <a:off x="6156960" y="3483864"/>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 name="Picture Placeholder 3"/>
          <p:cNvSpPr>
            <a:spLocks noGrp="1"/>
          </p:cNvSpPr>
          <p:nvPr>
            <p:ph type="pic" idx="22"/>
          </p:nvPr>
        </p:nvSpPr>
        <p:spPr bwMode="gray">
          <a:xfrm>
            <a:off x="6156960" y="0"/>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2119232854"/>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O_Photo: 2+4">
    <p:bg>
      <p:bgPr>
        <a:solidFill>
          <a:schemeClr val="bg1"/>
        </a:solidFill>
        <a:effectLst/>
      </p:bgPr>
    </p:bg>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6156960" y="0"/>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9" name="Picture Placeholder 2"/>
          <p:cNvSpPr>
            <a:spLocks noGrp="1"/>
          </p:cNvSpPr>
          <p:nvPr>
            <p:ph type="pic" idx="24"/>
          </p:nvPr>
        </p:nvSpPr>
        <p:spPr bwMode="gray">
          <a:xfrm>
            <a:off x="0" y="3483864"/>
            <a:ext cx="602284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 name="Picture Placeholder 1"/>
          <p:cNvSpPr>
            <a:spLocks noGrp="1"/>
          </p:cNvSpPr>
          <p:nvPr>
            <p:ph type="pic" idx="25"/>
          </p:nvPr>
        </p:nvSpPr>
        <p:spPr bwMode="gray">
          <a:xfrm>
            <a:off x="307848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1"/>
          <p:cNvSpPr>
            <a:spLocks noGrp="1"/>
          </p:cNvSpPr>
          <p:nvPr>
            <p:ph type="pic" idx="26"/>
          </p:nvPr>
        </p:nvSpPr>
        <p:spPr bwMode="gray">
          <a:xfrm>
            <a:off x="6156960"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Picture Placeholder 1"/>
          <p:cNvSpPr>
            <a:spLocks noGrp="1"/>
          </p:cNvSpPr>
          <p:nvPr>
            <p:ph type="pic" idx="27"/>
          </p:nvPr>
        </p:nvSpPr>
        <p:spPr bwMode="gray">
          <a:xfrm>
            <a:off x="9247632"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545282725"/>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O_Photo: 4+1 top">
    <p:bg>
      <p:bgPr>
        <a:solidFill>
          <a:schemeClr val="bg1"/>
        </a:solidFill>
        <a:effectLst/>
      </p:bgPr>
    </p:bg>
    <p:spTree>
      <p:nvGrpSpPr>
        <p:cNvPr id="1" name=""/>
        <p:cNvGrpSpPr/>
        <p:nvPr/>
      </p:nvGrpSpPr>
      <p:grpSpPr>
        <a:xfrm>
          <a:off x="0" y="0"/>
          <a:ext cx="0" cy="0"/>
          <a:chOff x="0" y="0"/>
          <a:chExt cx="0" cy="0"/>
        </a:xfrm>
      </p:grpSpPr>
      <p:sp>
        <p:nvSpPr>
          <p:cNvPr id="9" name="Picture Placeholder 3"/>
          <p:cNvSpPr>
            <a:spLocks noGrp="1"/>
          </p:cNvSpPr>
          <p:nvPr>
            <p:ph type="pic" idx="22"/>
          </p:nvPr>
        </p:nvSpPr>
        <p:spPr bwMode="gray">
          <a:xfrm>
            <a:off x="410718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5"/>
          </p:nvPr>
        </p:nvSpPr>
        <p:spPr bwMode="gray">
          <a:xfrm>
            <a:off x="821436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Picture Placeholder 1"/>
          <p:cNvSpPr>
            <a:spLocks noGrp="1"/>
          </p:cNvSpPr>
          <p:nvPr>
            <p:ph type="pic" idx="27"/>
          </p:nvPr>
        </p:nvSpPr>
        <p:spPr bwMode="gray">
          <a:xfrm>
            <a:off x="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 name="Picture Placeholder 3"/>
          <p:cNvSpPr>
            <a:spLocks noGrp="1"/>
          </p:cNvSpPr>
          <p:nvPr>
            <p:ph type="pic" idx="28"/>
          </p:nvPr>
        </p:nvSpPr>
        <p:spPr bwMode="gray">
          <a:xfrm>
            <a:off x="4107180" y="0"/>
            <a:ext cx="808482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1150131593"/>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O_Photo: 4+1 bottom">
    <p:bg>
      <p:bgPr>
        <a:solidFill>
          <a:schemeClr val="bg1"/>
        </a:solidFill>
        <a:effectLst/>
      </p:bgPr>
    </p:bg>
    <p:spTree>
      <p:nvGrpSpPr>
        <p:cNvPr id="1" name=""/>
        <p:cNvGrpSpPr/>
        <p:nvPr/>
      </p:nvGrpSpPr>
      <p:grpSpPr>
        <a:xfrm>
          <a:off x="0" y="0"/>
          <a:ext cx="0" cy="0"/>
          <a:chOff x="0" y="0"/>
          <a:chExt cx="0" cy="0"/>
        </a:xfrm>
      </p:grpSpPr>
      <p:sp>
        <p:nvSpPr>
          <p:cNvPr id="14" name="Picture Placeholder 3"/>
          <p:cNvSpPr>
            <a:spLocks noGrp="1"/>
          </p:cNvSpPr>
          <p:nvPr>
            <p:ph type="pic" idx="28"/>
          </p:nvPr>
        </p:nvSpPr>
        <p:spPr bwMode="gray">
          <a:xfrm>
            <a:off x="4107180" y="3483864"/>
            <a:ext cx="808482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9" name="Picture Placeholder 3"/>
          <p:cNvSpPr>
            <a:spLocks noGrp="1"/>
          </p:cNvSpPr>
          <p:nvPr>
            <p:ph type="pic" idx="22"/>
          </p:nvPr>
        </p:nvSpPr>
        <p:spPr bwMode="gray">
          <a:xfrm>
            <a:off x="410718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5"/>
          </p:nvPr>
        </p:nvSpPr>
        <p:spPr bwMode="gray">
          <a:xfrm>
            <a:off x="821436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Picture Placeholder 1"/>
          <p:cNvSpPr>
            <a:spLocks noGrp="1"/>
          </p:cNvSpPr>
          <p:nvPr>
            <p:ph type="pic" idx="27"/>
          </p:nvPr>
        </p:nvSpPr>
        <p:spPr bwMode="gray">
          <a:xfrm>
            <a:off x="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1826216333"/>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O_Photo: 4+3 center">
    <p:bg>
      <p:bgPr>
        <a:solidFill>
          <a:schemeClr val="bg1"/>
        </a:solidFill>
        <a:effectLst/>
      </p:bgPr>
    </p:bg>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821436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3"/>
          <p:cNvSpPr>
            <a:spLocks noGrp="1"/>
          </p:cNvSpPr>
          <p:nvPr>
            <p:ph type="pic" idx="25"/>
          </p:nvPr>
        </p:nvSpPr>
        <p:spPr bwMode="gray">
          <a:xfrm>
            <a:off x="4107180" y="0"/>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9" name="Picture Placeholder 3"/>
          <p:cNvSpPr>
            <a:spLocks noGrp="1"/>
          </p:cNvSpPr>
          <p:nvPr>
            <p:ph type="pic" idx="26"/>
          </p:nvPr>
        </p:nvSpPr>
        <p:spPr bwMode="gray">
          <a:xfrm>
            <a:off x="821436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27"/>
          </p:nvPr>
        </p:nvSpPr>
        <p:spPr bwMode="gray">
          <a:xfrm>
            <a:off x="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8"/>
          </p:nvPr>
        </p:nvSpPr>
        <p:spPr bwMode="gray">
          <a:xfrm>
            <a:off x="4107180" y="2327148"/>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Picture Placeholder 3"/>
          <p:cNvSpPr>
            <a:spLocks noGrp="1"/>
          </p:cNvSpPr>
          <p:nvPr>
            <p:ph type="pic" idx="29"/>
          </p:nvPr>
        </p:nvSpPr>
        <p:spPr bwMode="gray">
          <a:xfrm>
            <a:off x="4107180" y="4654296"/>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2540146953"/>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O_Photo: 6-up mosaic 3">
    <p:bg>
      <p:bgPr>
        <a:solidFill>
          <a:schemeClr val="bg1"/>
        </a:solidFill>
        <a:effectLst/>
      </p:bgPr>
    </p:bg>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410718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3"/>
          <p:cNvSpPr>
            <a:spLocks noGrp="1"/>
          </p:cNvSpPr>
          <p:nvPr>
            <p:ph type="pic" idx="25"/>
          </p:nvPr>
        </p:nvSpPr>
        <p:spPr bwMode="gray">
          <a:xfrm>
            <a:off x="8214360" y="0"/>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27"/>
          </p:nvPr>
        </p:nvSpPr>
        <p:spPr bwMode="gray">
          <a:xfrm>
            <a:off x="0" y="3483864"/>
            <a:ext cx="808482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8"/>
          </p:nvPr>
        </p:nvSpPr>
        <p:spPr bwMode="gray">
          <a:xfrm>
            <a:off x="8214360" y="2327148"/>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Picture Placeholder 3"/>
          <p:cNvSpPr>
            <a:spLocks noGrp="1"/>
          </p:cNvSpPr>
          <p:nvPr>
            <p:ph type="pic" idx="29"/>
          </p:nvPr>
        </p:nvSpPr>
        <p:spPr bwMode="gray">
          <a:xfrm>
            <a:off x="8214360" y="4654296"/>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499837720"/>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O_Photo: 6+3 center">
    <p:bg>
      <p:bgPr>
        <a:solidFill>
          <a:schemeClr val="bg1"/>
        </a:solidFill>
        <a:effectLst/>
      </p:bgPr>
    </p:bg>
    <p:spTree>
      <p:nvGrpSpPr>
        <p:cNvPr id="1" name=""/>
        <p:cNvGrpSpPr/>
        <p:nvPr/>
      </p:nvGrpSpPr>
      <p:grpSpPr>
        <a:xfrm>
          <a:off x="0" y="0"/>
          <a:ext cx="0" cy="0"/>
          <a:chOff x="0" y="0"/>
          <a:chExt cx="0" cy="0"/>
        </a:xfrm>
      </p:grpSpPr>
      <p:sp>
        <p:nvSpPr>
          <p:cNvPr id="26" name="Picture Placeholder 8"/>
          <p:cNvSpPr>
            <a:spLocks noGrp="1"/>
          </p:cNvSpPr>
          <p:nvPr userDrawn="1">
            <p:ph type="pic" idx="15"/>
          </p:nvPr>
        </p:nvSpPr>
        <p:spPr bwMode="gray">
          <a:xfrm>
            <a:off x="9247632"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7"/>
          <p:cNvSpPr>
            <a:spLocks noGrp="1"/>
          </p:cNvSpPr>
          <p:nvPr userDrawn="1">
            <p:ph type="pic" idx="13"/>
          </p:nvPr>
        </p:nvSpPr>
        <p:spPr bwMode="gray">
          <a:xfrm>
            <a:off x="924763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6"/>
          <p:cNvSpPr>
            <a:spLocks noGrp="1"/>
          </p:cNvSpPr>
          <p:nvPr userDrawn="1">
            <p:ph type="pic" idx="14"/>
          </p:nvPr>
        </p:nvSpPr>
        <p:spPr bwMode="gray">
          <a:xfrm>
            <a:off x="6163056" y="4654296"/>
            <a:ext cx="2944368"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5"/>
          <p:cNvSpPr>
            <a:spLocks noGrp="1"/>
          </p:cNvSpPr>
          <p:nvPr userDrawn="1">
            <p:ph type="pic" idx="16"/>
          </p:nvPr>
        </p:nvSpPr>
        <p:spPr bwMode="gray">
          <a:xfrm>
            <a:off x="6163056" y="0"/>
            <a:ext cx="2944368"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4"/>
          <p:cNvSpPr>
            <a:spLocks noGrp="1"/>
          </p:cNvSpPr>
          <p:nvPr userDrawn="1">
            <p:ph type="pic" idx="10"/>
          </p:nvPr>
        </p:nvSpPr>
        <p:spPr bwMode="gray">
          <a:xfrm>
            <a:off x="3081528"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p:cNvSpPr>
            <a:spLocks noGrp="1"/>
          </p:cNvSpPr>
          <p:nvPr userDrawn="1">
            <p:ph type="pic" idx="17"/>
          </p:nvPr>
        </p:nvSpPr>
        <p:spPr bwMode="gray">
          <a:xfrm>
            <a:off x="3081528"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2"/>
          <p:cNvSpPr>
            <a:spLocks noGrp="1"/>
          </p:cNvSpPr>
          <p:nvPr userDrawn="1">
            <p:ph type="pic" idx="12"/>
          </p:nvPr>
        </p:nvSpPr>
        <p:spPr bwMode="gray">
          <a:xfrm>
            <a:off x="0"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1"/>
          <p:cNvSpPr>
            <a:spLocks noGrp="1"/>
          </p:cNvSpPr>
          <p:nvPr userDrawn="1">
            <p:ph type="pic" idx="1"/>
          </p:nvPr>
        </p:nvSpPr>
        <p:spPr bwMode="gray">
          <a:xfrm>
            <a:off x="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6"/>
          <p:cNvSpPr>
            <a:spLocks noGrp="1"/>
          </p:cNvSpPr>
          <p:nvPr>
            <p:ph type="pic" idx="18"/>
          </p:nvPr>
        </p:nvSpPr>
        <p:spPr bwMode="gray">
          <a:xfrm>
            <a:off x="6163056" y="2327148"/>
            <a:ext cx="2944368"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2189521595"/>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O_Photo: 6+1 L">
    <p:bg>
      <p:bgPr>
        <a:solidFill>
          <a:schemeClr val="bg1"/>
        </a:solidFill>
        <a:effectLst/>
      </p:bgPr>
    </p:bg>
    <p:spTree>
      <p:nvGrpSpPr>
        <p:cNvPr id="1" name=""/>
        <p:cNvGrpSpPr/>
        <p:nvPr/>
      </p:nvGrpSpPr>
      <p:grpSpPr>
        <a:xfrm>
          <a:off x="0" y="0"/>
          <a:ext cx="0" cy="0"/>
          <a:chOff x="0" y="0"/>
          <a:chExt cx="0" cy="0"/>
        </a:xfrm>
      </p:grpSpPr>
      <p:sp>
        <p:nvSpPr>
          <p:cNvPr id="16" name="Picture Placeholder 3"/>
          <p:cNvSpPr>
            <a:spLocks noGrp="1"/>
          </p:cNvSpPr>
          <p:nvPr>
            <p:ph type="pic" idx="21"/>
          </p:nvPr>
        </p:nvSpPr>
        <p:spPr bwMode="gray">
          <a:xfrm>
            <a:off x="0" y="-1"/>
            <a:ext cx="3644920" cy="6858001"/>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7"/>
          <p:cNvSpPr>
            <a:spLocks noGrp="1"/>
          </p:cNvSpPr>
          <p:nvPr userDrawn="1">
            <p:ph type="pic" idx="13"/>
          </p:nvPr>
        </p:nvSpPr>
        <p:spPr bwMode="gray">
          <a:xfrm>
            <a:off x="9456970"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5"/>
          <p:cNvSpPr>
            <a:spLocks noGrp="1"/>
          </p:cNvSpPr>
          <p:nvPr userDrawn="1">
            <p:ph type="pic" idx="16"/>
          </p:nvPr>
        </p:nvSpPr>
        <p:spPr bwMode="gray">
          <a:xfrm>
            <a:off x="6607944"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p:cNvSpPr>
            <a:spLocks noGrp="1"/>
          </p:cNvSpPr>
          <p:nvPr userDrawn="1">
            <p:ph type="pic" idx="17"/>
          </p:nvPr>
        </p:nvSpPr>
        <p:spPr bwMode="gray">
          <a:xfrm>
            <a:off x="3758917"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Picture Placeholder 7"/>
          <p:cNvSpPr>
            <a:spLocks noGrp="1"/>
          </p:cNvSpPr>
          <p:nvPr>
            <p:ph type="pic" idx="18"/>
          </p:nvPr>
        </p:nvSpPr>
        <p:spPr bwMode="gray">
          <a:xfrm>
            <a:off x="9456970"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Picture Placeholder 5"/>
          <p:cNvSpPr>
            <a:spLocks noGrp="1"/>
          </p:cNvSpPr>
          <p:nvPr>
            <p:ph type="pic" idx="19"/>
          </p:nvPr>
        </p:nvSpPr>
        <p:spPr bwMode="gray">
          <a:xfrm>
            <a:off x="6607944"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 name="Picture Placeholder 3"/>
          <p:cNvSpPr>
            <a:spLocks noGrp="1"/>
          </p:cNvSpPr>
          <p:nvPr>
            <p:ph type="pic" idx="20"/>
          </p:nvPr>
        </p:nvSpPr>
        <p:spPr bwMode="gray">
          <a:xfrm>
            <a:off x="3758917"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2052861806"/>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O_Photo: 6+1 R">
    <p:bg>
      <p:bgPr>
        <a:solidFill>
          <a:schemeClr val="bg1"/>
        </a:solidFill>
        <a:effectLst/>
      </p:bgPr>
    </p:bg>
    <p:spTree>
      <p:nvGrpSpPr>
        <p:cNvPr id="1" name=""/>
        <p:cNvGrpSpPr/>
        <p:nvPr/>
      </p:nvGrpSpPr>
      <p:grpSpPr>
        <a:xfrm>
          <a:off x="0" y="0"/>
          <a:ext cx="0" cy="0"/>
          <a:chOff x="0" y="0"/>
          <a:chExt cx="0" cy="0"/>
        </a:xfrm>
      </p:grpSpPr>
      <p:sp>
        <p:nvSpPr>
          <p:cNvPr id="16" name="Picture Placeholder 3"/>
          <p:cNvSpPr>
            <a:spLocks noGrp="1"/>
          </p:cNvSpPr>
          <p:nvPr>
            <p:ph type="pic" idx="21"/>
          </p:nvPr>
        </p:nvSpPr>
        <p:spPr bwMode="gray">
          <a:xfrm>
            <a:off x="8547080" y="-1"/>
            <a:ext cx="3644920" cy="6858001"/>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7"/>
          <p:cNvSpPr>
            <a:spLocks noGrp="1"/>
          </p:cNvSpPr>
          <p:nvPr userDrawn="1">
            <p:ph type="pic" idx="13"/>
          </p:nvPr>
        </p:nvSpPr>
        <p:spPr bwMode="gray">
          <a:xfrm>
            <a:off x="5698054"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5"/>
          <p:cNvSpPr>
            <a:spLocks noGrp="1"/>
          </p:cNvSpPr>
          <p:nvPr userDrawn="1">
            <p:ph type="pic" idx="16"/>
          </p:nvPr>
        </p:nvSpPr>
        <p:spPr bwMode="gray">
          <a:xfrm>
            <a:off x="2849028"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p:cNvSpPr>
            <a:spLocks noGrp="1"/>
          </p:cNvSpPr>
          <p:nvPr userDrawn="1">
            <p:ph type="pic" idx="17"/>
          </p:nvPr>
        </p:nvSpPr>
        <p:spPr bwMode="gray">
          <a:xfrm>
            <a:off x="1"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Picture Placeholder 7"/>
          <p:cNvSpPr>
            <a:spLocks noGrp="1"/>
          </p:cNvSpPr>
          <p:nvPr>
            <p:ph type="pic" idx="18"/>
          </p:nvPr>
        </p:nvSpPr>
        <p:spPr bwMode="gray">
          <a:xfrm>
            <a:off x="5698054"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Picture Placeholder 5"/>
          <p:cNvSpPr>
            <a:spLocks noGrp="1"/>
          </p:cNvSpPr>
          <p:nvPr>
            <p:ph type="pic" idx="19"/>
          </p:nvPr>
        </p:nvSpPr>
        <p:spPr bwMode="gray">
          <a:xfrm>
            <a:off x="2849028"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 name="Picture Placeholder 3"/>
          <p:cNvSpPr>
            <a:spLocks noGrp="1"/>
          </p:cNvSpPr>
          <p:nvPr>
            <p:ph type="pic" idx="20"/>
          </p:nvPr>
        </p:nvSpPr>
        <p:spPr bwMode="gray">
          <a:xfrm>
            <a:off x="1"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2570196563"/>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O_Photo: 2-up large L">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0" y="0"/>
            <a:ext cx="808482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1"/>
          <p:cNvSpPr>
            <a:spLocks noGrp="1"/>
          </p:cNvSpPr>
          <p:nvPr>
            <p:ph type="pic" idx="25"/>
          </p:nvPr>
        </p:nvSpPr>
        <p:spPr bwMode="gray">
          <a:xfrm>
            <a:off x="8214360" y="0"/>
            <a:ext cx="39776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pPr>
              <a:defRPr/>
            </a:pPr>
            <a:fld id="{620EE46D-3F1C-487E-B5A7-0367D8A14E41}" type="slidenum">
              <a:rPr lang="en-US" kern="0" smtClean="0"/>
              <a:pPr>
                <a:defRPr/>
              </a:pPr>
              <a:t>‹#›</a:t>
            </a:fld>
            <a:endParaRPr lang="en-US" kern="0"/>
          </a:p>
        </p:txBody>
      </p:sp>
    </p:spTree>
    <p:extLst>
      <p:ext uri="{BB962C8B-B14F-4D97-AF65-F5344CB8AC3E}">
        <p14:creationId xmlns:p14="http://schemas.microsoft.com/office/powerpoint/2010/main" val="3253658829"/>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O_Photo: 6_large right">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8214360" y="0"/>
            <a:ext cx="39776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3"/>
          <p:cNvSpPr>
            <a:spLocks noGrp="1"/>
          </p:cNvSpPr>
          <p:nvPr>
            <p:ph type="pic" idx="25"/>
          </p:nvPr>
        </p:nvSpPr>
        <p:spPr bwMode="gray">
          <a:xfrm>
            <a:off x="4107180" y="0"/>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27"/>
          </p:nvPr>
        </p:nvSpPr>
        <p:spPr bwMode="gray">
          <a:xfrm>
            <a:off x="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8"/>
          </p:nvPr>
        </p:nvSpPr>
        <p:spPr bwMode="gray">
          <a:xfrm>
            <a:off x="4107180" y="2327148"/>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Picture Placeholder 3"/>
          <p:cNvSpPr>
            <a:spLocks noGrp="1"/>
          </p:cNvSpPr>
          <p:nvPr>
            <p:ph type="pic" idx="29"/>
          </p:nvPr>
        </p:nvSpPr>
        <p:spPr bwMode="gray">
          <a:xfrm>
            <a:off x="4107180" y="4654296"/>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9"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1218084790"/>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O_Photo: 4_large left and right">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410718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8214360" y="0"/>
            <a:ext cx="39776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3"/>
          <p:cNvSpPr>
            <a:spLocks noGrp="1"/>
          </p:cNvSpPr>
          <p:nvPr>
            <p:ph type="pic" idx="25"/>
          </p:nvPr>
        </p:nvSpPr>
        <p:spPr bwMode="gray">
          <a:xfrm>
            <a:off x="410718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27"/>
          </p:nvPr>
        </p:nvSpPr>
        <p:spPr bwMode="gray">
          <a:xfrm>
            <a:off x="0" y="0"/>
            <a:ext cx="39776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1159880608"/>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Video">
    <p:bg>
      <p:bgPr>
        <a:solidFill>
          <a:schemeClr val="tx1"/>
        </a:solidFill>
        <a:effectLst/>
      </p:bgPr>
    </p:bg>
    <p:spTree>
      <p:nvGrpSpPr>
        <p:cNvPr id="1" name=""/>
        <p:cNvGrpSpPr/>
        <p:nvPr/>
      </p:nvGrpSpPr>
      <p:grpSpPr>
        <a:xfrm>
          <a:off x="0" y="0"/>
          <a:ext cx="0" cy="0"/>
          <a:chOff x="0" y="0"/>
          <a:chExt cx="0" cy="0"/>
        </a:xfrm>
      </p:grpSpPr>
      <p:sp>
        <p:nvSpPr>
          <p:cNvPr id="4" name="Media Placeholder 3"/>
          <p:cNvSpPr>
            <a:spLocks noGrp="1"/>
          </p:cNvSpPr>
          <p:nvPr>
            <p:ph type="media" sz="quarter" idx="10" hasCustomPrompt="1"/>
          </p:nvPr>
        </p:nvSpPr>
        <p:spPr>
          <a:xfrm>
            <a:off x="0" y="0"/>
            <a:ext cx="12188952" cy="6858000"/>
          </a:xfrm>
        </p:spPr>
        <p:txBody>
          <a:bodyPr tIns="731520" anchor="ctr"/>
          <a:lstStyle>
            <a:lvl1pPr marL="0" indent="0" algn="ctr">
              <a:buNone/>
              <a:defRPr sz="2800">
                <a:solidFill>
                  <a:schemeClr val="bg1"/>
                </a:solidFill>
                <a:latin typeface="+mn-lt"/>
              </a:defRPr>
            </a:lvl1pPr>
          </a:lstStyle>
          <a:p>
            <a:r>
              <a:rPr lang="en-US"/>
              <a:t>Click icon to add video</a:t>
            </a:r>
          </a:p>
        </p:txBody>
      </p:sp>
      <p:sp>
        <p:nvSpPr>
          <p:cNvPr id="6" name="Slide Number Placeholder 10">
            <a:extLst>
              <a:ext uri="{FF2B5EF4-FFF2-40B4-BE49-F238E27FC236}">
                <a16:creationId xmlns:a16="http://schemas.microsoft.com/office/drawing/2014/main" id="{FD419681-189B-4FD4-B2FF-0DF556840DCF}"/>
              </a:ext>
            </a:extLst>
          </p:cNvPr>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chemeClr val="bg1"/>
                </a:solidFill>
                <a:latin typeface="+mj-lt"/>
              </a:defRPr>
            </a:lvl1pPr>
          </a:lstStyle>
          <a:p>
            <a:fld id="{620EE46D-3F1C-487E-B5A7-0367D8A14E41}" type="slidenum">
              <a:rPr lang="en-US" smtClean="0"/>
              <a:pPr/>
              <a:t>‹#›</a:t>
            </a:fld>
            <a:endParaRPr lang="en-US"/>
          </a:p>
        </p:txBody>
      </p:sp>
    </p:spTree>
    <p:extLst>
      <p:ext uri="{BB962C8B-B14F-4D97-AF65-F5344CB8AC3E}">
        <p14:creationId xmlns:p14="http://schemas.microsoft.com/office/powerpoint/2010/main" val="620560477"/>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A_Ttl, Sub, Co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33E9F5-F6A9-4E3B-89A7-5743D997E298}"/>
              </a:ext>
            </a:extLst>
          </p:cNvPr>
          <p:cNvPicPr>
            <a:picLocks noChangeAspect="1"/>
          </p:cNvPicPr>
          <p:nvPr/>
        </p:nvPicPr>
        <p:blipFill>
          <a:blip r:embed="rId2"/>
          <a:stretch>
            <a:fillRect/>
          </a:stretch>
        </p:blipFill>
        <p:spPr>
          <a:xfrm>
            <a:off x="0" y="6565392"/>
            <a:ext cx="12192000" cy="292608"/>
          </a:xfrm>
          <a:prstGeom prst="rect">
            <a:avLst/>
          </a:prstGeom>
        </p:spPr>
      </p:pic>
      <p:pic>
        <p:nvPicPr>
          <p:cNvPr id="16" name="WBD logo">
            <a:extLst>
              <a:ext uri="{FF2B5EF4-FFF2-40B4-BE49-F238E27FC236}">
                <a16:creationId xmlns:a16="http://schemas.microsoft.com/office/drawing/2014/main" id="{119C9DB5-9C42-416B-A454-F86F867799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
        <p:nvSpPr>
          <p:cNvPr id="8" name="Content Placeholder 7">
            <a:extLst>
              <a:ext uri="{FF2B5EF4-FFF2-40B4-BE49-F238E27FC236}">
                <a16:creationId xmlns:a16="http://schemas.microsoft.com/office/drawing/2014/main" id="{0D6A6485-6D67-4521-A534-EF91E9102462}"/>
              </a:ext>
            </a:extLst>
          </p:cNvPr>
          <p:cNvSpPr>
            <a:spLocks noGrp="1"/>
          </p:cNvSpPr>
          <p:nvPr>
            <p:ph sz="quarter" idx="16"/>
          </p:nvPr>
        </p:nvSpPr>
        <p:spPr>
          <a:xfrm>
            <a:off x="457200" y="1563624"/>
            <a:ext cx="11277600"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11274552" cy="585216"/>
          </a:xfrm>
        </p:spPr>
        <p:txBody>
          <a:bodyPr/>
          <a:lstStyle>
            <a:lvl1pPr>
              <a:defRPr/>
            </a:lvl1p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457200" y="6356350"/>
            <a:ext cx="932688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0" name="Text Placeholder 9">
            <a:extLst>
              <a:ext uri="{FF2B5EF4-FFF2-40B4-BE49-F238E27FC236}">
                <a16:creationId xmlns:a16="http://schemas.microsoft.com/office/drawing/2014/main" id="{1421D591-E443-46CA-8936-98A3F7FF5EDA}"/>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Tree>
    <p:extLst>
      <p:ext uri="{BB962C8B-B14F-4D97-AF65-F5344CB8AC3E}">
        <p14:creationId xmlns:p14="http://schemas.microsoft.com/office/powerpoint/2010/main" val="3216582619"/>
      </p:ext>
    </p:extLst>
  </p:cSld>
  <p:clrMapOvr>
    <a:masterClrMapping/>
  </p:clrMapOvr>
  <p:transition>
    <p:fade/>
  </p:transition>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A_Ttl, Sub">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765EDE-79D3-4148-9613-7C8DD9D66727}"/>
              </a:ext>
            </a:extLst>
          </p:cNvPr>
          <p:cNvPicPr>
            <a:picLocks noChangeAspect="1"/>
          </p:cNvPicPr>
          <p:nvPr/>
        </p:nvPicPr>
        <p:blipFill>
          <a:blip r:embed="rId2"/>
          <a:stretch>
            <a:fillRect/>
          </a:stretch>
        </p:blipFill>
        <p:spPr>
          <a:xfrm>
            <a:off x="0" y="6565392"/>
            <a:ext cx="12192000" cy="292608"/>
          </a:xfrm>
          <a:prstGeom prst="rect">
            <a:avLst/>
          </a:prstGeom>
        </p:spPr>
      </p:pic>
      <p:pic>
        <p:nvPicPr>
          <p:cNvPr id="15" name="WBD logo">
            <a:extLst>
              <a:ext uri="{FF2B5EF4-FFF2-40B4-BE49-F238E27FC236}">
                <a16:creationId xmlns:a16="http://schemas.microsoft.com/office/drawing/2014/main" id="{842FF608-CCA1-4FF0-8CDB-E099620DE07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1127455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2" name="Text Placeholder 9">
            <a:extLst>
              <a:ext uri="{FF2B5EF4-FFF2-40B4-BE49-F238E27FC236}">
                <a16:creationId xmlns:a16="http://schemas.microsoft.com/office/drawing/2014/main" id="{BFEB9759-6F0E-4D2A-BD8F-B3EB09D4C250}"/>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Tree>
    <p:extLst>
      <p:ext uri="{BB962C8B-B14F-4D97-AF65-F5344CB8AC3E}">
        <p14:creationId xmlns:p14="http://schemas.microsoft.com/office/powerpoint/2010/main" val="3566135970"/>
      </p:ext>
    </p:extLst>
  </p:cSld>
  <p:clrMapOvr>
    <a:masterClrMapping/>
  </p:clrMapOvr>
  <p:transition>
    <p:fade/>
  </p:transition>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A_Ttl, Sub, 2 Co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2A5DE75-FA93-4594-BBB6-9200C715B512}"/>
              </a:ext>
            </a:extLst>
          </p:cNvPr>
          <p:cNvPicPr>
            <a:picLocks noChangeAspect="1"/>
          </p:cNvPicPr>
          <p:nvPr/>
        </p:nvPicPr>
        <p:blipFill>
          <a:blip r:embed="rId2"/>
          <a:stretch>
            <a:fillRect/>
          </a:stretch>
        </p:blipFill>
        <p:spPr>
          <a:xfrm>
            <a:off x="0" y="6565392"/>
            <a:ext cx="12192000" cy="292608"/>
          </a:xfrm>
          <a:prstGeom prst="rect">
            <a:avLst/>
          </a:prstGeom>
        </p:spPr>
      </p:pic>
      <p:sp>
        <p:nvSpPr>
          <p:cNvPr id="18" name="Content Placeholder 17">
            <a:extLst>
              <a:ext uri="{FF2B5EF4-FFF2-40B4-BE49-F238E27FC236}">
                <a16:creationId xmlns:a16="http://schemas.microsoft.com/office/drawing/2014/main" id="{D6A1CDB1-0007-4029-B12E-9495271D56C2}"/>
              </a:ext>
            </a:extLst>
          </p:cNvPr>
          <p:cNvSpPr>
            <a:spLocks noGrp="1"/>
          </p:cNvSpPr>
          <p:nvPr>
            <p:ph sz="quarter" idx="19"/>
          </p:nvPr>
        </p:nvSpPr>
        <p:spPr>
          <a:xfrm>
            <a:off x="6261100" y="1562100"/>
            <a:ext cx="5473700" cy="44561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149EA1-FD5B-4293-9289-53BEAF9C79EC}"/>
              </a:ext>
            </a:extLst>
          </p:cNvPr>
          <p:cNvSpPr>
            <a:spLocks noGrp="1"/>
          </p:cNvSpPr>
          <p:nvPr>
            <p:ph sz="quarter" idx="18"/>
          </p:nvPr>
        </p:nvSpPr>
        <p:spPr>
          <a:xfrm>
            <a:off x="457200" y="1562100"/>
            <a:ext cx="5467350" cy="44958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1" name="Text Placeholder 9">
            <a:extLst>
              <a:ext uri="{FF2B5EF4-FFF2-40B4-BE49-F238E27FC236}">
                <a16:creationId xmlns:a16="http://schemas.microsoft.com/office/drawing/2014/main" id="{82D19E25-4C70-423A-ADD5-1F0E2701D7B2}"/>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2" name="WBD logo">
            <a:extLst>
              <a:ext uri="{FF2B5EF4-FFF2-40B4-BE49-F238E27FC236}">
                <a16:creationId xmlns:a16="http://schemas.microsoft.com/office/drawing/2014/main" id="{C68DCBFA-84FD-4885-B301-923CAED91E8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2756528212"/>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A_Ttl, Sub, 3 Co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90A0F40-45E4-42F3-AD5B-83898D2A0F1C}"/>
              </a:ext>
            </a:extLst>
          </p:cNvPr>
          <p:cNvPicPr>
            <a:picLocks noChangeAspect="1"/>
          </p:cNvPicPr>
          <p:nvPr/>
        </p:nvPicPr>
        <p:blipFill>
          <a:blip r:embed="rId2"/>
          <a:stretch>
            <a:fillRect/>
          </a:stretch>
        </p:blipFill>
        <p:spPr>
          <a:xfrm>
            <a:off x="0" y="6565392"/>
            <a:ext cx="12192000" cy="292608"/>
          </a:xfrm>
          <a:prstGeom prst="rect">
            <a:avLst/>
          </a:prstGeom>
        </p:spPr>
      </p:pic>
      <p:sp>
        <p:nvSpPr>
          <p:cNvPr id="23" name="Content Placeholder 22">
            <a:extLst>
              <a:ext uri="{FF2B5EF4-FFF2-40B4-BE49-F238E27FC236}">
                <a16:creationId xmlns:a16="http://schemas.microsoft.com/office/drawing/2014/main" id="{E495E7BD-E397-4F74-9334-E3FE87F45113}"/>
              </a:ext>
            </a:extLst>
          </p:cNvPr>
          <p:cNvSpPr>
            <a:spLocks noGrp="1"/>
          </p:cNvSpPr>
          <p:nvPr>
            <p:ph sz="quarter" idx="22"/>
          </p:nvPr>
        </p:nvSpPr>
        <p:spPr>
          <a:xfrm>
            <a:off x="8110538" y="1562100"/>
            <a:ext cx="3624262" cy="44958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69823157-59AA-408D-B173-3362D32206C7}"/>
              </a:ext>
            </a:extLst>
          </p:cNvPr>
          <p:cNvSpPr>
            <a:spLocks noGrp="1"/>
          </p:cNvSpPr>
          <p:nvPr>
            <p:ph sz="quarter" idx="21"/>
          </p:nvPr>
        </p:nvSpPr>
        <p:spPr>
          <a:xfrm>
            <a:off x="4284663" y="1562100"/>
            <a:ext cx="3621087" cy="44958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EB12188B-08BB-4731-A32B-0B10FD7A1FD7}"/>
              </a:ext>
            </a:extLst>
          </p:cNvPr>
          <p:cNvSpPr>
            <a:spLocks noGrp="1"/>
          </p:cNvSpPr>
          <p:nvPr>
            <p:ph sz="quarter" idx="20"/>
          </p:nvPr>
        </p:nvSpPr>
        <p:spPr>
          <a:xfrm>
            <a:off x="457200" y="1562100"/>
            <a:ext cx="3621088" cy="44958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11274552" cy="585216"/>
          </a:xfrm>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2" name="Text Placeholder 9">
            <a:extLst>
              <a:ext uri="{FF2B5EF4-FFF2-40B4-BE49-F238E27FC236}">
                <a16:creationId xmlns:a16="http://schemas.microsoft.com/office/drawing/2014/main" id="{A0537041-956A-44AF-9E50-FBF1BDFDBE0C}"/>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3" name="WBD logo">
            <a:extLst>
              <a:ext uri="{FF2B5EF4-FFF2-40B4-BE49-F238E27FC236}">
                <a16:creationId xmlns:a16="http://schemas.microsoft.com/office/drawing/2014/main" id="{56BA6CC5-7D20-4E62-8165-E8E327E0846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3434604222"/>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A_Blank, logo">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8B3BB8-E28B-4521-8E3B-CA02221F16D2}"/>
              </a:ext>
            </a:extLst>
          </p:cNvPr>
          <p:cNvPicPr>
            <a:picLocks noChangeAspect="1"/>
          </p:cNvPicPr>
          <p:nvPr/>
        </p:nvPicPr>
        <p:blipFill>
          <a:blip r:embed="rId2"/>
          <a:stretch>
            <a:fillRect/>
          </a:stretch>
        </p:blipFill>
        <p:spPr>
          <a:xfrm>
            <a:off x="0" y="6565392"/>
            <a:ext cx="12192000" cy="292608"/>
          </a:xfrm>
          <a:prstGeom prst="rect">
            <a:avLst/>
          </a:prstGeom>
        </p:spPr>
      </p:pic>
      <p:sp>
        <p:nvSpPr>
          <p:cNvPr id="3" name="Footer Placeholder 2">
            <a:extLst>
              <a:ext uri="{FF2B5EF4-FFF2-40B4-BE49-F238E27FC236}">
                <a16:creationId xmlns:a16="http://schemas.microsoft.com/office/drawing/2014/main" id="{95C6F8C3-41A3-4B07-A458-E55CF7CB91B2}"/>
              </a:ext>
            </a:extLst>
          </p:cNvPr>
          <p:cNvSpPr>
            <a:spLocks noGrp="1"/>
          </p:cNvSpPr>
          <p:nvPr>
            <p:ph type="ftr" sz="quarter" idx="10"/>
          </p:nvPr>
        </p:nvSpPr>
        <p:spPr/>
        <p:txBody>
          <a:bodyPr/>
          <a:lstStyle>
            <a:lvl1pPr>
              <a:defRPr>
                <a:latin typeface="+mn-lt"/>
              </a:defRPr>
            </a:lvl1pPr>
          </a:lstStyle>
          <a:p>
            <a:endParaRPr lang="en-US"/>
          </a:p>
        </p:txBody>
      </p:sp>
      <p:sp>
        <p:nvSpPr>
          <p:cNvPr id="4" name="Slide Number Placeholder 3">
            <a:extLst>
              <a:ext uri="{FF2B5EF4-FFF2-40B4-BE49-F238E27FC236}">
                <a16:creationId xmlns:a16="http://schemas.microsoft.com/office/drawing/2014/main" id="{5787E514-2C10-4E8F-9ADE-B67E4818C592}"/>
              </a:ext>
            </a:extLst>
          </p:cNvPr>
          <p:cNvSpPr>
            <a:spLocks noGrp="1"/>
          </p:cNvSpPr>
          <p:nvPr>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pic>
        <p:nvPicPr>
          <p:cNvPr id="7" name="WBD logo">
            <a:extLst>
              <a:ext uri="{FF2B5EF4-FFF2-40B4-BE49-F238E27FC236}">
                <a16:creationId xmlns:a16="http://schemas.microsoft.com/office/drawing/2014/main" id="{7B4BCD23-51B2-4EF4-89FF-6B3CF8DA477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3693150276"/>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A_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9AF0B7-F5D0-44B4-A0E7-0B81BC51957C}"/>
              </a:ext>
            </a:extLst>
          </p:cNvPr>
          <p:cNvPicPr>
            <a:picLocks noChangeAspect="1"/>
          </p:cNvPicPr>
          <p:nvPr/>
        </p:nvPicPr>
        <p:blipFill>
          <a:blip r:embed="rId2"/>
          <a:stretch>
            <a:fillRect/>
          </a:stretch>
        </p:blipFill>
        <p:spPr>
          <a:xfrm>
            <a:off x="0" y="6565392"/>
            <a:ext cx="12192000" cy="292608"/>
          </a:xfrm>
          <a:prstGeom prst="rect">
            <a:avLst/>
          </a:prstGeom>
        </p:spPr>
      </p:pic>
      <p:sp>
        <p:nvSpPr>
          <p:cNvPr id="3" name="Footer Placeholder 2">
            <a:extLst>
              <a:ext uri="{FF2B5EF4-FFF2-40B4-BE49-F238E27FC236}">
                <a16:creationId xmlns:a16="http://schemas.microsoft.com/office/drawing/2014/main" id="{95C6F8C3-41A3-4B07-A458-E55CF7CB91B2}"/>
              </a:ext>
            </a:extLst>
          </p:cNvPr>
          <p:cNvSpPr>
            <a:spLocks noGrp="1"/>
          </p:cNvSpPr>
          <p:nvPr>
            <p:ph type="ftr" sz="quarter" idx="10"/>
          </p:nvPr>
        </p:nvSpPr>
        <p:spPr/>
        <p:txBody>
          <a:bodyPr/>
          <a:lstStyle>
            <a:lvl1pPr>
              <a:defRPr>
                <a:latin typeface="+mn-lt"/>
              </a:defRPr>
            </a:lvl1pPr>
          </a:lstStyle>
          <a:p>
            <a:endParaRPr lang="en-US"/>
          </a:p>
        </p:txBody>
      </p:sp>
      <p:sp>
        <p:nvSpPr>
          <p:cNvPr id="4" name="Slide Number Placeholder 3">
            <a:extLst>
              <a:ext uri="{FF2B5EF4-FFF2-40B4-BE49-F238E27FC236}">
                <a16:creationId xmlns:a16="http://schemas.microsoft.com/office/drawing/2014/main" id="{5787E514-2C10-4E8F-9ADE-B67E4818C592}"/>
              </a:ext>
            </a:extLst>
          </p:cNvPr>
          <p:cNvSpPr>
            <a:spLocks noGrp="1"/>
          </p:cNvSpPr>
          <p:nvPr>
            <p:ph type="sldNum" sz="quarter" idx="11"/>
          </p:nvPr>
        </p:nvSpPr>
        <p:spPr>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1234520006"/>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A_Blank_No_Art_Bar">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5C6F8C3-41A3-4B07-A458-E55CF7CB91B2}"/>
              </a:ext>
            </a:extLst>
          </p:cNvPr>
          <p:cNvSpPr>
            <a:spLocks noGrp="1"/>
          </p:cNvSpPr>
          <p:nvPr>
            <p:ph type="ftr" sz="quarter" idx="10"/>
          </p:nvPr>
        </p:nvSpPr>
        <p:spPr/>
        <p:txBody>
          <a:bodyPr/>
          <a:lstStyle>
            <a:lvl1pPr>
              <a:defRPr>
                <a:latin typeface="+mn-lt"/>
              </a:defRPr>
            </a:lvl1pPr>
          </a:lstStyle>
          <a:p>
            <a:endParaRPr lang="en-US"/>
          </a:p>
        </p:txBody>
      </p:sp>
      <p:sp>
        <p:nvSpPr>
          <p:cNvPr id="4" name="Slide Number Placeholder 3">
            <a:extLst>
              <a:ext uri="{FF2B5EF4-FFF2-40B4-BE49-F238E27FC236}">
                <a16:creationId xmlns:a16="http://schemas.microsoft.com/office/drawing/2014/main" id="{5787E514-2C10-4E8F-9ADE-B67E4818C592}"/>
              </a:ext>
            </a:extLst>
          </p:cNvPr>
          <p:cNvSpPr>
            <a:spLocks noGrp="1"/>
          </p:cNvSpPr>
          <p:nvPr>
            <p:ph type="sldNum" sz="quarter" idx="11"/>
          </p:nvPr>
        </p:nvSpPr>
        <p:spPr>
          <a:noFill/>
          <a:ln>
            <a:noFill/>
          </a:ln>
        </p:spPr>
        <p:txBody>
          <a:bodyPr spcFirstLastPara="1" wrap="square" lIns="0" tIns="0" rIns="27425" bIns="0" anchor="b" anchorCtr="0">
            <a:noAutofit/>
          </a:bodyPr>
          <a:lstStyle>
            <a:lvl1pPr>
              <a:defRPr lang="en-US" smtClean="0">
                <a:solidFill>
                  <a:srgbClr val="4E4E4E"/>
                </a:solidFill>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1110674533"/>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B_Ttl, Sub, Cont_Tkwy">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734E3CE-3591-42E4-B0CF-C035D14D18CC}"/>
              </a:ext>
            </a:extLst>
          </p:cNvPr>
          <p:cNvPicPr>
            <a:picLocks noChangeAspect="1"/>
          </p:cNvPicPr>
          <p:nvPr/>
        </p:nvPicPr>
        <p:blipFill>
          <a:blip r:embed="rId2"/>
          <a:stretch>
            <a:fillRect/>
          </a:stretch>
        </p:blipFill>
        <p:spPr>
          <a:xfrm>
            <a:off x="0" y="6565392"/>
            <a:ext cx="12192000" cy="292608"/>
          </a:xfrm>
          <a:prstGeom prst="rect">
            <a:avLst/>
          </a:prstGeom>
        </p:spPr>
      </p:pic>
      <p:pic>
        <p:nvPicPr>
          <p:cNvPr id="8" name="Takeaway box png">
            <a:extLst>
              <a:ext uri="{FF2B5EF4-FFF2-40B4-BE49-F238E27FC236}">
                <a16:creationId xmlns:a16="http://schemas.microsoft.com/office/drawing/2014/main" id="{251C8858-2AA4-4B07-8A7E-77CBCB6B8206}"/>
              </a:ext>
            </a:extLst>
          </p:cNvPr>
          <p:cNvPicPr>
            <a:picLocks noChangeAspect="1"/>
          </p:cNvPicPr>
          <p:nvPr/>
        </p:nvPicPr>
        <p:blipFill>
          <a:blip r:embed="rId3"/>
          <a:stretch>
            <a:fillRect/>
          </a:stretch>
        </p:blipFill>
        <p:spPr>
          <a:xfrm>
            <a:off x="413549" y="5566231"/>
            <a:ext cx="11290771" cy="597460"/>
          </a:xfrm>
          <a:prstGeom prst="rect">
            <a:avLst/>
          </a:prstGeom>
        </p:spPr>
      </p:pic>
      <p:sp>
        <p:nvSpPr>
          <p:cNvPr id="18" name="Content Placeholder 17">
            <a:extLst>
              <a:ext uri="{FF2B5EF4-FFF2-40B4-BE49-F238E27FC236}">
                <a16:creationId xmlns:a16="http://schemas.microsoft.com/office/drawing/2014/main" id="{DEBE4283-D4FA-4DA2-B6A1-F9222602258A}"/>
              </a:ext>
            </a:extLst>
          </p:cNvPr>
          <p:cNvSpPr>
            <a:spLocks noGrp="1"/>
          </p:cNvSpPr>
          <p:nvPr>
            <p:ph sz="quarter" idx="17"/>
          </p:nvPr>
        </p:nvSpPr>
        <p:spPr>
          <a:xfrm>
            <a:off x="457200" y="1562100"/>
            <a:ext cx="11272838" cy="38687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2" name="Takeaway Text">
            <a:extLst>
              <a:ext uri="{FF2B5EF4-FFF2-40B4-BE49-F238E27FC236}">
                <a16:creationId xmlns:a16="http://schemas.microsoft.com/office/drawing/2014/main" id="{10D8BEB7-0478-40FC-B35B-FE2BAF9BD279}"/>
              </a:ext>
            </a:extLst>
          </p:cNvPr>
          <p:cNvSpPr>
            <a:spLocks noGrp="1"/>
          </p:cNvSpPr>
          <p:nvPr>
            <p:ph type="body" sz="quarter" idx="16" hasCustomPrompt="1"/>
          </p:nvPr>
        </p:nvSpPr>
        <p:spPr>
          <a:xfrm>
            <a:off x="421659" y="5605866"/>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sp>
        <p:nvSpPr>
          <p:cNvPr id="14" name="Text Placeholder 9">
            <a:extLst>
              <a:ext uri="{FF2B5EF4-FFF2-40B4-BE49-F238E27FC236}">
                <a16:creationId xmlns:a16="http://schemas.microsoft.com/office/drawing/2014/main" id="{8C2728A4-E9B5-4B0C-A9AD-851F9CCBEF9E}"/>
              </a:ext>
            </a:extLst>
          </p:cNvPr>
          <p:cNvSpPr>
            <a:spLocks noGrp="1"/>
          </p:cNvSpPr>
          <p:nvPr>
            <p:ph type="body" sz="quarter" idx="18"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1" name="WBD logo">
            <a:extLst>
              <a:ext uri="{FF2B5EF4-FFF2-40B4-BE49-F238E27FC236}">
                <a16:creationId xmlns:a16="http://schemas.microsoft.com/office/drawing/2014/main" id="{E8AAC31C-2D9C-4E7D-814D-EDDED4B3356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1077535874"/>
      </p:ext>
    </p:extLst>
  </p:cSld>
  <p:clrMapOvr>
    <a:masterClrMapping/>
  </p:clrMapOvr>
  <p:transition>
    <p:fade/>
  </p:transition>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B_Ttl, Sub, 2 Cont_Tkwy">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EF47C55-E897-49C0-ABA4-A5AC678C0053}"/>
              </a:ext>
            </a:extLst>
          </p:cNvPr>
          <p:cNvPicPr>
            <a:picLocks noChangeAspect="1"/>
          </p:cNvPicPr>
          <p:nvPr/>
        </p:nvPicPr>
        <p:blipFill>
          <a:blip r:embed="rId2"/>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4" name="Content Placeholder 3">
            <a:extLst>
              <a:ext uri="{FF2B5EF4-FFF2-40B4-BE49-F238E27FC236}">
                <a16:creationId xmlns:a16="http://schemas.microsoft.com/office/drawing/2014/main" id="{C699B228-1763-4C72-A9BD-FE79EFAE60E8}"/>
              </a:ext>
            </a:extLst>
          </p:cNvPr>
          <p:cNvSpPr>
            <a:spLocks noGrp="1"/>
          </p:cNvSpPr>
          <p:nvPr>
            <p:ph sz="quarter" idx="19"/>
          </p:nvPr>
        </p:nvSpPr>
        <p:spPr>
          <a:xfrm>
            <a:off x="457200" y="1562100"/>
            <a:ext cx="5468112" cy="388721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89C43833-5D36-49BA-B90A-3F7F0E4D4ECB}"/>
              </a:ext>
            </a:extLst>
          </p:cNvPr>
          <p:cNvSpPr>
            <a:spLocks noGrp="1"/>
          </p:cNvSpPr>
          <p:nvPr>
            <p:ph sz="quarter" idx="20"/>
          </p:nvPr>
        </p:nvSpPr>
        <p:spPr>
          <a:xfrm>
            <a:off x="6261100" y="1562100"/>
            <a:ext cx="5468938" cy="386937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99947596-C304-4A2D-BC86-484DA103D9D6}"/>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3" name="Takeaway box png">
            <a:extLst>
              <a:ext uri="{FF2B5EF4-FFF2-40B4-BE49-F238E27FC236}">
                <a16:creationId xmlns:a16="http://schemas.microsoft.com/office/drawing/2014/main" id="{78EA7E60-8CA7-4FA5-A91C-EAC998E0A52D}"/>
              </a:ext>
            </a:extLst>
          </p:cNvPr>
          <p:cNvPicPr>
            <a:picLocks noChangeAspect="1"/>
          </p:cNvPicPr>
          <p:nvPr/>
        </p:nvPicPr>
        <p:blipFill>
          <a:blip r:embed="rId3"/>
          <a:stretch>
            <a:fillRect/>
          </a:stretch>
        </p:blipFill>
        <p:spPr>
          <a:xfrm>
            <a:off x="450614" y="5527450"/>
            <a:ext cx="11290771" cy="597460"/>
          </a:xfrm>
          <a:prstGeom prst="rect">
            <a:avLst/>
          </a:prstGeom>
        </p:spPr>
      </p:pic>
      <p:sp>
        <p:nvSpPr>
          <p:cNvPr id="14" name="Takeaway Text">
            <a:extLst>
              <a:ext uri="{FF2B5EF4-FFF2-40B4-BE49-F238E27FC236}">
                <a16:creationId xmlns:a16="http://schemas.microsoft.com/office/drawing/2014/main" id="{25736D1B-696E-4BDA-A585-51F05DDC64F1}"/>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6" name="WBD logo">
            <a:extLst>
              <a:ext uri="{FF2B5EF4-FFF2-40B4-BE49-F238E27FC236}">
                <a16:creationId xmlns:a16="http://schemas.microsoft.com/office/drawing/2014/main" id="{5C8B82F4-7E81-4F89-8D89-291BB8C86B2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3889749599"/>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_Ttl, Sub, 3 Cont_Tkwy">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6098042-BDE3-4EC6-9A88-780FB739A443}"/>
              </a:ext>
            </a:extLst>
          </p:cNvPr>
          <p:cNvPicPr>
            <a:picLocks noChangeAspect="1"/>
          </p:cNvPicPr>
          <p:nvPr/>
        </p:nvPicPr>
        <p:blipFill>
          <a:blip r:embed="rId2"/>
          <a:stretch>
            <a:fillRect/>
          </a:stretch>
        </p:blipFill>
        <p:spPr>
          <a:xfrm>
            <a:off x="0" y="6565392"/>
            <a:ext cx="12192000" cy="292608"/>
          </a:xfrm>
          <a:prstGeom prst="rect">
            <a:avLst/>
          </a:prstGeom>
        </p:spPr>
      </p:pic>
      <p:sp>
        <p:nvSpPr>
          <p:cNvPr id="4" name="Content Placeholder 3">
            <a:extLst>
              <a:ext uri="{FF2B5EF4-FFF2-40B4-BE49-F238E27FC236}">
                <a16:creationId xmlns:a16="http://schemas.microsoft.com/office/drawing/2014/main" id="{FDD017A9-8D4B-4121-9540-EE5ACB605BC0}"/>
              </a:ext>
            </a:extLst>
          </p:cNvPr>
          <p:cNvSpPr>
            <a:spLocks noGrp="1"/>
          </p:cNvSpPr>
          <p:nvPr>
            <p:ph sz="quarter" idx="21"/>
          </p:nvPr>
        </p:nvSpPr>
        <p:spPr>
          <a:xfrm>
            <a:off x="457200" y="1562100"/>
            <a:ext cx="3621088" cy="38687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FEE032BF-EFF0-4F0D-8A9D-9B8C9F230904}"/>
              </a:ext>
            </a:extLst>
          </p:cNvPr>
          <p:cNvSpPr>
            <a:spLocks noGrp="1"/>
          </p:cNvSpPr>
          <p:nvPr>
            <p:ph sz="quarter" idx="22"/>
          </p:nvPr>
        </p:nvSpPr>
        <p:spPr>
          <a:xfrm>
            <a:off x="4284663" y="1562100"/>
            <a:ext cx="3621087" cy="38687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9946EED4-744A-4FC8-B6A2-5FA8E85D82F6}"/>
              </a:ext>
            </a:extLst>
          </p:cNvPr>
          <p:cNvSpPr>
            <a:spLocks noGrp="1"/>
          </p:cNvSpPr>
          <p:nvPr>
            <p:ph sz="quarter" idx="23"/>
          </p:nvPr>
        </p:nvSpPr>
        <p:spPr>
          <a:xfrm>
            <a:off x="8110538" y="1561462"/>
            <a:ext cx="3624262"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11274552" cy="585216"/>
          </a:xfrm>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6" name="Text Placeholder 9">
            <a:extLst>
              <a:ext uri="{FF2B5EF4-FFF2-40B4-BE49-F238E27FC236}">
                <a16:creationId xmlns:a16="http://schemas.microsoft.com/office/drawing/2014/main" id="{F5C37609-9807-44CE-8713-4796D6E4746C}"/>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4" name="Takeaway box png">
            <a:extLst>
              <a:ext uri="{FF2B5EF4-FFF2-40B4-BE49-F238E27FC236}">
                <a16:creationId xmlns:a16="http://schemas.microsoft.com/office/drawing/2014/main" id="{4AD5C7E1-6F72-4273-B75A-87C0A77AD3D9}"/>
              </a:ext>
            </a:extLst>
          </p:cNvPr>
          <p:cNvPicPr>
            <a:picLocks noChangeAspect="1"/>
          </p:cNvPicPr>
          <p:nvPr/>
        </p:nvPicPr>
        <p:blipFill>
          <a:blip r:embed="rId3"/>
          <a:stretch>
            <a:fillRect/>
          </a:stretch>
        </p:blipFill>
        <p:spPr>
          <a:xfrm>
            <a:off x="450614" y="5527450"/>
            <a:ext cx="11290771" cy="597460"/>
          </a:xfrm>
          <a:prstGeom prst="rect">
            <a:avLst/>
          </a:prstGeom>
        </p:spPr>
      </p:pic>
      <p:sp>
        <p:nvSpPr>
          <p:cNvPr id="15" name="Takeaway Text">
            <a:extLst>
              <a:ext uri="{FF2B5EF4-FFF2-40B4-BE49-F238E27FC236}">
                <a16:creationId xmlns:a16="http://schemas.microsoft.com/office/drawing/2014/main" id="{2555DA73-CC08-4F17-BEBD-3628F5D57358}"/>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7" name="WBD logo">
            <a:extLst>
              <a:ext uri="{FF2B5EF4-FFF2-40B4-BE49-F238E27FC236}">
                <a16:creationId xmlns:a16="http://schemas.microsoft.com/office/drawing/2014/main" id="{E161A60D-508F-4012-AC0E-951A54AF99D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3073018675"/>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_Ttl, Sub, No Cont_Tkwy">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734E3CE-3591-42E4-B0CF-C035D14D18CC}"/>
              </a:ext>
            </a:extLst>
          </p:cNvPr>
          <p:cNvPicPr>
            <a:picLocks noChangeAspect="1"/>
          </p:cNvPicPr>
          <p:nvPr/>
        </p:nvPicPr>
        <p:blipFill>
          <a:blip r:embed="rId2"/>
          <a:stretch>
            <a:fillRect/>
          </a:stretch>
        </p:blipFill>
        <p:spPr>
          <a:xfrm>
            <a:off x="0" y="6565392"/>
            <a:ext cx="12192000" cy="292608"/>
          </a:xfrm>
          <a:prstGeom prst="rect">
            <a:avLst/>
          </a:prstGeom>
        </p:spPr>
      </p:pic>
      <p:pic>
        <p:nvPicPr>
          <p:cNvPr id="8" name="Takeaway box png">
            <a:extLst>
              <a:ext uri="{FF2B5EF4-FFF2-40B4-BE49-F238E27FC236}">
                <a16:creationId xmlns:a16="http://schemas.microsoft.com/office/drawing/2014/main" id="{251C8858-2AA4-4B07-8A7E-77CBCB6B8206}"/>
              </a:ext>
            </a:extLst>
          </p:cNvPr>
          <p:cNvPicPr>
            <a:picLocks noChangeAspect="1"/>
          </p:cNvPicPr>
          <p:nvPr/>
        </p:nvPicPr>
        <p:blipFill>
          <a:blip r:embed="rId3"/>
          <a:stretch>
            <a:fillRect/>
          </a:stretch>
        </p:blipFill>
        <p:spPr>
          <a:xfrm>
            <a:off x="450614" y="5527450"/>
            <a:ext cx="11290771" cy="597460"/>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4" name="Text Placeholder 9">
            <a:extLst>
              <a:ext uri="{FF2B5EF4-FFF2-40B4-BE49-F238E27FC236}">
                <a16:creationId xmlns:a16="http://schemas.microsoft.com/office/drawing/2014/main" id="{8C2728A4-E9B5-4B0C-A9AD-851F9CCBEF9E}"/>
              </a:ext>
            </a:extLst>
          </p:cNvPr>
          <p:cNvSpPr>
            <a:spLocks noGrp="1"/>
          </p:cNvSpPr>
          <p:nvPr>
            <p:ph type="body" sz="quarter" idx="18"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19" name="Takeaway Text">
            <a:extLst>
              <a:ext uri="{FF2B5EF4-FFF2-40B4-BE49-F238E27FC236}">
                <a16:creationId xmlns:a16="http://schemas.microsoft.com/office/drawing/2014/main" id="{9546F03D-D02F-4A63-BFBD-61473F990CA8}"/>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0" name="WBD logo">
            <a:extLst>
              <a:ext uri="{FF2B5EF4-FFF2-40B4-BE49-F238E27FC236}">
                <a16:creationId xmlns:a16="http://schemas.microsoft.com/office/drawing/2014/main" id="{3A92F50A-B098-4E8E-90F3-127354BA4C7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2004233625"/>
      </p:ext>
    </p:extLst>
  </p:cSld>
  <p:clrMapOvr>
    <a:masterClrMapping/>
  </p:clrMapOvr>
  <p:transition>
    <p:fade/>
  </p:transition>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B_Blank_Tkwy, log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7A614CE-1FB1-4CA1-9089-C0FC280C8F43}"/>
              </a:ext>
            </a:extLst>
          </p:cNvPr>
          <p:cNvPicPr>
            <a:picLocks noChangeAspect="1"/>
          </p:cNvPicPr>
          <p:nvPr/>
        </p:nvPicPr>
        <p:blipFill>
          <a:blip r:embed="rId2"/>
          <a:stretch>
            <a:fillRect/>
          </a:stretch>
        </p:blipFill>
        <p:spPr>
          <a:xfrm>
            <a:off x="0" y="6565392"/>
            <a:ext cx="12192000" cy="292608"/>
          </a:xfrm>
          <a:prstGeom prst="rect">
            <a:avLst/>
          </a:prstGeom>
        </p:spPr>
      </p:pic>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pic>
        <p:nvPicPr>
          <p:cNvPr id="9" name="Takeaway box png">
            <a:extLst>
              <a:ext uri="{FF2B5EF4-FFF2-40B4-BE49-F238E27FC236}">
                <a16:creationId xmlns:a16="http://schemas.microsoft.com/office/drawing/2014/main" id="{9218D85A-18D3-4499-91A4-DBEDF39B9FD6}"/>
              </a:ext>
            </a:extLst>
          </p:cNvPr>
          <p:cNvPicPr>
            <a:picLocks noChangeAspect="1"/>
          </p:cNvPicPr>
          <p:nvPr/>
        </p:nvPicPr>
        <p:blipFill>
          <a:blip r:embed="rId3"/>
          <a:stretch>
            <a:fillRect/>
          </a:stretch>
        </p:blipFill>
        <p:spPr>
          <a:xfrm>
            <a:off x="450614" y="5527450"/>
            <a:ext cx="11290771" cy="597460"/>
          </a:xfrm>
          <a:prstGeom prst="rect">
            <a:avLst/>
          </a:prstGeom>
        </p:spPr>
      </p:pic>
      <p:sp>
        <p:nvSpPr>
          <p:cNvPr id="10" name="Takeaway Text">
            <a:extLst>
              <a:ext uri="{FF2B5EF4-FFF2-40B4-BE49-F238E27FC236}">
                <a16:creationId xmlns:a16="http://schemas.microsoft.com/office/drawing/2014/main" id="{A23E2D75-C78F-46DD-AD60-F200656C2FD3}"/>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1" name="WBD logo">
            <a:extLst>
              <a:ext uri="{FF2B5EF4-FFF2-40B4-BE49-F238E27FC236}">
                <a16:creationId xmlns:a16="http://schemas.microsoft.com/office/drawing/2014/main" id="{3635D5C8-941E-415E-B9BA-FBD8C52C616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825466758"/>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_Blank_Tkw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3A27A90-D431-467F-AFA2-2E7DFFEF6B45}"/>
              </a:ext>
            </a:extLst>
          </p:cNvPr>
          <p:cNvPicPr>
            <a:picLocks noChangeAspect="1"/>
          </p:cNvPicPr>
          <p:nvPr/>
        </p:nvPicPr>
        <p:blipFill>
          <a:blip r:embed="rId2"/>
          <a:stretch>
            <a:fillRect/>
          </a:stretch>
        </p:blipFill>
        <p:spPr>
          <a:xfrm>
            <a:off x="0" y="6565392"/>
            <a:ext cx="12192000" cy="292608"/>
          </a:xfrm>
          <a:prstGeom prst="rect">
            <a:avLst/>
          </a:prstGeom>
        </p:spPr>
      </p:pic>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pic>
        <p:nvPicPr>
          <p:cNvPr id="8" name="Takeaway box png">
            <a:extLst>
              <a:ext uri="{FF2B5EF4-FFF2-40B4-BE49-F238E27FC236}">
                <a16:creationId xmlns:a16="http://schemas.microsoft.com/office/drawing/2014/main" id="{0C5A349D-370E-422E-880B-91F56ED20297}"/>
              </a:ext>
            </a:extLst>
          </p:cNvPr>
          <p:cNvPicPr>
            <a:picLocks noChangeAspect="1"/>
          </p:cNvPicPr>
          <p:nvPr/>
        </p:nvPicPr>
        <p:blipFill>
          <a:blip r:embed="rId3"/>
          <a:stretch>
            <a:fillRect/>
          </a:stretch>
        </p:blipFill>
        <p:spPr>
          <a:xfrm>
            <a:off x="450614" y="5527450"/>
            <a:ext cx="11290771" cy="597460"/>
          </a:xfrm>
          <a:prstGeom prst="rect">
            <a:avLst/>
          </a:prstGeom>
        </p:spPr>
      </p:pic>
      <p:sp>
        <p:nvSpPr>
          <p:cNvPr id="9" name="Takeaway Text">
            <a:extLst>
              <a:ext uri="{FF2B5EF4-FFF2-40B4-BE49-F238E27FC236}">
                <a16:creationId xmlns:a16="http://schemas.microsoft.com/office/drawing/2014/main" id="{AB03CDD7-BDA6-4C5E-BE3B-D26485B2D1C7}"/>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spTree>
    <p:extLst>
      <p:ext uri="{BB962C8B-B14F-4D97-AF65-F5344CB8AC3E}">
        <p14:creationId xmlns:p14="http://schemas.microsoft.com/office/powerpoint/2010/main" val="1087036413"/>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_Ttl, Sub, Co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C1314D-9579-468D-AAFF-D496A03E4B73}"/>
              </a:ext>
            </a:extLst>
          </p:cNvPr>
          <p:cNvPicPr>
            <a:picLocks noChangeAspect="1"/>
          </p:cNvPicPr>
          <p:nvPr/>
        </p:nvPicPr>
        <p:blipFill>
          <a:blip r:embed="rId3"/>
          <a:stretch>
            <a:fillRect/>
          </a:stretch>
        </p:blipFill>
        <p:spPr>
          <a:xfrm>
            <a:off x="0" y="6565392"/>
            <a:ext cx="12192000" cy="292608"/>
          </a:xfrm>
          <a:prstGeom prst="rect">
            <a:avLst/>
          </a:prstGeom>
        </p:spPr>
      </p:pic>
      <p:sp>
        <p:nvSpPr>
          <p:cNvPr id="23" name="Content Placeholder 7">
            <a:extLst>
              <a:ext uri="{FF2B5EF4-FFF2-40B4-BE49-F238E27FC236}">
                <a16:creationId xmlns:a16="http://schemas.microsoft.com/office/drawing/2014/main" id="{02208A84-7BCE-476A-BC14-BB9453B3162C}"/>
              </a:ext>
            </a:extLst>
          </p:cNvPr>
          <p:cNvSpPr>
            <a:spLocks noGrp="1"/>
          </p:cNvSpPr>
          <p:nvPr>
            <p:ph sz="quarter" idx="16"/>
          </p:nvPr>
        </p:nvSpPr>
        <p:spPr>
          <a:xfrm>
            <a:off x="457200" y="1562100"/>
            <a:ext cx="11277600" cy="4500563"/>
          </a:xfrm>
        </p:spPr>
        <p:txBody>
          <a:bodyPr/>
          <a:lstStyle>
            <a:lvl1pPr>
              <a:buClr>
                <a:srgbClr val="A0A0A0"/>
              </a:buClr>
              <a:defRPr>
                <a:solidFill>
                  <a:schemeClr val="bg1"/>
                </a:solidFill>
                <a:latin typeface="+mn-lt"/>
              </a:defRPr>
            </a:lvl1pPr>
            <a:lvl2pPr>
              <a:buClr>
                <a:srgbClr val="A0A0A0"/>
              </a:buClr>
              <a:defRPr>
                <a:solidFill>
                  <a:schemeClr val="bg1"/>
                </a:solidFill>
                <a:latin typeface="+mn-lt"/>
              </a:defRPr>
            </a:lvl2pPr>
            <a:lvl3pPr>
              <a:buClr>
                <a:srgbClr val="A0A0A0"/>
              </a:buClr>
              <a:defRPr>
                <a:solidFill>
                  <a:schemeClr val="bg1"/>
                </a:solidFill>
                <a:latin typeface="+mn-lt"/>
              </a:defRPr>
            </a:lvl3pPr>
            <a:lvl4pPr>
              <a:buClr>
                <a:srgbClr val="A0A0A0"/>
              </a:buClr>
              <a:defRPr>
                <a:solidFill>
                  <a:schemeClr val="bg1"/>
                </a:solidFill>
                <a:latin typeface="+mn-lt"/>
              </a:defRPr>
            </a:lvl4pPr>
            <a:lvl5pPr>
              <a:buClr>
                <a:srgbClr val="A0A0A0"/>
              </a:buCl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9" name="Text Placeholder 9">
            <a:extLst>
              <a:ext uri="{FF2B5EF4-FFF2-40B4-BE49-F238E27FC236}">
                <a16:creationId xmlns:a16="http://schemas.microsoft.com/office/drawing/2014/main" id="{F1F57690-2FFE-4A60-AD92-C2EAEFBC2D3A}"/>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0" name="Picture 9">
            <a:extLst>
              <a:ext uri="{FF2B5EF4-FFF2-40B4-BE49-F238E27FC236}">
                <a16:creationId xmlns:a16="http://schemas.microsoft.com/office/drawing/2014/main" id="{00DA6553-A0A5-4BF4-A984-F01C95EEED8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3232081079"/>
      </p:ext>
    </p:extLst>
  </p:cSld>
  <p:clrMapOvr>
    <a:masterClrMapping/>
  </p:clrMapOvr>
  <p:transition>
    <p:fade/>
  </p:transition>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_Ttl, Sub">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BB49465-28EC-40B0-AA29-86DBCF808EE5}"/>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9" name="Text Placeholder 9">
            <a:extLst>
              <a:ext uri="{FF2B5EF4-FFF2-40B4-BE49-F238E27FC236}">
                <a16:creationId xmlns:a16="http://schemas.microsoft.com/office/drawing/2014/main" id="{79D55B4D-19F5-42A8-A5F8-845805CD331B}"/>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1" name="Picture 10">
            <a:extLst>
              <a:ext uri="{FF2B5EF4-FFF2-40B4-BE49-F238E27FC236}">
                <a16:creationId xmlns:a16="http://schemas.microsoft.com/office/drawing/2014/main" id="{4281F248-156E-4DC8-9CF7-2C940F2173C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2206708559"/>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_Ttl, Sub, 2 Co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9C3DAB-E718-49C7-A36B-379EC0B144B8}"/>
              </a:ext>
            </a:extLst>
          </p:cNvPr>
          <p:cNvPicPr>
            <a:picLocks noChangeAspect="1"/>
          </p:cNvPicPr>
          <p:nvPr/>
        </p:nvPicPr>
        <p:blipFill>
          <a:blip r:embed="rId3"/>
          <a:stretch>
            <a:fillRect/>
          </a:stretch>
        </p:blipFill>
        <p:spPr>
          <a:xfrm>
            <a:off x="0" y="6565392"/>
            <a:ext cx="12192000" cy="292608"/>
          </a:xfrm>
          <a:prstGeom prst="rect">
            <a:avLst/>
          </a:prstGeom>
        </p:spPr>
      </p:pic>
      <p:sp>
        <p:nvSpPr>
          <p:cNvPr id="25" name="Content Placeholder 17">
            <a:extLst>
              <a:ext uri="{FF2B5EF4-FFF2-40B4-BE49-F238E27FC236}">
                <a16:creationId xmlns:a16="http://schemas.microsoft.com/office/drawing/2014/main" id="{1AE52FE1-7648-4DEF-B3BF-CE94F5B5ABFA}"/>
              </a:ext>
            </a:extLst>
          </p:cNvPr>
          <p:cNvSpPr>
            <a:spLocks noGrp="1"/>
          </p:cNvSpPr>
          <p:nvPr>
            <p:ph sz="quarter" idx="19"/>
          </p:nvPr>
        </p:nvSpPr>
        <p:spPr>
          <a:xfrm>
            <a:off x="6261100" y="1562100"/>
            <a:ext cx="5473700" cy="4456113"/>
          </a:xfrm>
        </p:spPr>
        <p:txBody>
          <a:bodyPr vert="horz" lIns="0" tIns="0" rIns="0" bIns="0" rtlCol="0">
            <a:noAutofit/>
          </a:bodyPr>
          <a:lstStyle>
            <a:lvl1pPr>
              <a:buClr>
                <a:srgbClr val="A0A0A0"/>
              </a:buClr>
              <a:defRPr lang="en-US" dirty="0">
                <a:solidFill>
                  <a:schemeClr val="bg1"/>
                </a:solidFill>
              </a:defRPr>
            </a:lvl1pPr>
            <a:lvl2pPr>
              <a:buClr>
                <a:srgbClr val="A0A0A0"/>
              </a:buClr>
              <a:defRPr lang="en-US" dirty="0">
                <a:solidFill>
                  <a:schemeClr val="bg1"/>
                </a:solidFill>
              </a:defRPr>
            </a:lvl2pPr>
            <a:lvl3pPr>
              <a:buClr>
                <a:srgbClr val="A0A0A0"/>
              </a:buClr>
              <a:defRPr lang="en-US" dirty="0">
                <a:solidFill>
                  <a:schemeClr val="bg1"/>
                </a:solidFill>
              </a:defRPr>
            </a:lvl3pPr>
            <a:lvl4pPr>
              <a:buClr>
                <a:srgbClr val="A0A0A0"/>
              </a:buClr>
              <a:defRPr lang="en-US" dirty="0">
                <a:solidFill>
                  <a:schemeClr val="bg1"/>
                </a:solidFill>
              </a:defRPr>
            </a:lvl4pPr>
            <a:lvl5pPr>
              <a:buClr>
                <a:srgbClr val="A0A0A0"/>
              </a:buCl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6" name="Content Placeholder 3">
            <a:extLst>
              <a:ext uri="{FF2B5EF4-FFF2-40B4-BE49-F238E27FC236}">
                <a16:creationId xmlns:a16="http://schemas.microsoft.com/office/drawing/2014/main" id="{4DBB2548-2675-459C-8173-ACE10C46639D}"/>
              </a:ext>
            </a:extLst>
          </p:cNvPr>
          <p:cNvSpPr>
            <a:spLocks noGrp="1"/>
          </p:cNvSpPr>
          <p:nvPr>
            <p:ph sz="quarter" idx="18"/>
          </p:nvPr>
        </p:nvSpPr>
        <p:spPr>
          <a:xfrm>
            <a:off x="457200" y="1562100"/>
            <a:ext cx="5467350" cy="4453128"/>
          </a:xfrm>
        </p:spPr>
        <p:txBody>
          <a:bodyPr vert="horz" lIns="0" tIns="0" rIns="0" bIns="0" rtlCol="0">
            <a:noAutofit/>
          </a:bodyPr>
          <a:lstStyle>
            <a:lvl1pPr>
              <a:buClr>
                <a:srgbClr val="A0A0A0"/>
              </a:buClr>
              <a:defRPr lang="en-US" dirty="0">
                <a:solidFill>
                  <a:schemeClr val="bg1"/>
                </a:solidFill>
              </a:defRPr>
            </a:lvl1pPr>
            <a:lvl2pPr>
              <a:buClr>
                <a:srgbClr val="A0A0A0"/>
              </a:buClr>
              <a:defRPr lang="en-US" dirty="0">
                <a:solidFill>
                  <a:schemeClr val="bg1"/>
                </a:solidFill>
              </a:defRPr>
            </a:lvl2pPr>
            <a:lvl3pPr>
              <a:buClr>
                <a:srgbClr val="A0A0A0"/>
              </a:buClr>
              <a:defRPr lang="en-US" dirty="0">
                <a:solidFill>
                  <a:schemeClr val="bg1"/>
                </a:solidFill>
              </a:defRPr>
            </a:lvl3pPr>
            <a:lvl4pPr>
              <a:buClr>
                <a:srgbClr val="A0A0A0"/>
              </a:buClr>
              <a:defRPr lang="en-US" dirty="0">
                <a:solidFill>
                  <a:schemeClr val="bg1"/>
                </a:solidFill>
              </a:defRPr>
            </a:lvl4pPr>
            <a:lvl5pPr>
              <a:buClr>
                <a:srgbClr val="A0A0A0"/>
              </a:buCl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2" name="Text Placeholder 9">
            <a:extLst>
              <a:ext uri="{FF2B5EF4-FFF2-40B4-BE49-F238E27FC236}">
                <a16:creationId xmlns:a16="http://schemas.microsoft.com/office/drawing/2014/main" id="{5893B6A8-C3EA-406B-9EAB-250F9F6F40C4}"/>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3" name="Picture 12">
            <a:extLst>
              <a:ext uri="{FF2B5EF4-FFF2-40B4-BE49-F238E27FC236}">
                <a16:creationId xmlns:a16="http://schemas.microsoft.com/office/drawing/2014/main" id="{0FC87905-7B33-4C5D-866C-E97C83500A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2495788268"/>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C_Ttl, Sub, 3 Co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F60825-5550-46A3-87C3-9FDB7D3A50CB}"/>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11274552"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7" name="Content Placeholder 22">
            <a:extLst>
              <a:ext uri="{FF2B5EF4-FFF2-40B4-BE49-F238E27FC236}">
                <a16:creationId xmlns:a16="http://schemas.microsoft.com/office/drawing/2014/main" id="{DAC315E8-1DAA-4180-BD4D-4D5F75BF2466}"/>
              </a:ext>
            </a:extLst>
          </p:cNvPr>
          <p:cNvSpPr>
            <a:spLocks noGrp="1"/>
          </p:cNvSpPr>
          <p:nvPr>
            <p:ph sz="quarter" idx="22"/>
          </p:nvPr>
        </p:nvSpPr>
        <p:spPr>
          <a:xfrm>
            <a:off x="8110538" y="1562100"/>
            <a:ext cx="3624262" cy="4495800"/>
          </a:xfrm>
        </p:spPr>
        <p:txBody>
          <a:bodyPr vert="horz" lIns="0" tIns="0" rIns="0" bIns="0" rtlCol="0">
            <a:noAutofit/>
          </a:bodyPr>
          <a:lstStyle>
            <a:lvl1pPr>
              <a:buClr>
                <a:srgbClr val="A0A0A0"/>
              </a:buClr>
              <a:defRPr lang="en-US" dirty="0">
                <a:solidFill>
                  <a:schemeClr val="bg1"/>
                </a:solidFill>
              </a:defRPr>
            </a:lvl1pPr>
            <a:lvl2pPr>
              <a:buClr>
                <a:srgbClr val="A0A0A0"/>
              </a:buClr>
              <a:defRPr lang="en-US" dirty="0">
                <a:solidFill>
                  <a:schemeClr val="bg1"/>
                </a:solidFill>
              </a:defRPr>
            </a:lvl2pPr>
            <a:lvl3pPr>
              <a:buClr>
                <a:srgbClr val="A0A0A0"/>
              </a:buClr>
              <a:defRPr lang="en-US" dirty="0">
                <a:solidFill>
                  <a:schemeClr val="bg1"/>
                </a:solidFill>
              </a:defRPr>
            </a:lvl3pPr>
            <a:lvl4pPr>
              <a:buClr>
                <a:srgbClr val="A0A0A0"/>
              </a:buClr>
              <a:defRPr lang="en-US" dirty="0">
                <a:solidFill>
                  <a:schemeClr val="bg1"/>
                </a:solidFill>
              </a:defRPr>
            </a:lvl4pPr>
            <a:lvl5pPr>
              <a:buClr>
                <a:srgbClr val="A0A0A0"/>
              </a:buCl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8" name="Content Placeholder 20">
            <a:extLst>
              <a:ext uri="{FF2B5EF4-FFF2-40B4-BE49-F238E27FC236}">
                <a16:creationId xmlns:a16="http://schemas.microsoft.com/office/drawing/2014/main" id="{04EF9290-8399-49EF-82FC-49E03160BB68}"/>
              </a:ext>
            </a:extLst>
          </p:cNvPr>
          <p:cNvSpPr>
            <a:spLocks noGrp="1"/>
          </p:cNvSpPr>
          <p:nvPr>
            <p:ph sz="quarter" idx="21"/>
          </p:nvPr>
        </p:nvSpPr>
        <p:spPr>
          <a:xfrm>
            <a:off x="4284663" y="1562100"/>
            <a:ext cx="3621087" cy="4495800"/>
          </a:xfrm>
        </p:spPr>
        <p:txBody>
          <a:bodyPr vert="horz" lIns="0" tIns="0" rIns="0" bIns="0" rtlCol="0">
            <a:noAutofit/>
          </a:bodyPr>
          <a:lstStyle>
            <a:lvl1pPr>
              <a:buClr>
                <a:srgbClr val="A0A0A0"/>
              </a:buClr>
              <a:defRPr lang="en-US" dirty="0">
                <a:solidFill>
                  <a:schemeClr val="bg1"/>
                </a:solidFill>
              </a:defRPr>
            </a:lvl1pPr>
            <a:lvl2pPr>
              <a:buClr>
                <a:srgbClr val="A0A0A0"/>
              </a:buClr>
              <a:defRPr lang="en-US" dirty="0">
                <a:solidFill>
                  <a:schemeClr val="bg1"/>
                </a:solidFill>
              </a:defRPr>
            </a:lvl2pPr>
            <a:lvl3pPr>
              <a:buClr>
                <a:srgbClr val="A0A0A0"/>
              </a:buClr>
              <a:defRPr lang="en-US" dirty="0">
                <a:solidFill>
                  <a:schemeClr val="bg1"/>
                </a:solidFill>
              </a:defRPr>
            </a:lvl3pPr>
            <a:lvl4pPr>
              <a:buClr>
                <a:srgbClr val="A0A0A0"/>
              </a:buClr>
              <a:defRPr lang="en-US" dirty="0">
                <a:solidFill>
                  <a:schemeClr val="bg1"/>
                </a:solidFill>
              </a:defRPr>
            </a:lvl4pPr>
            <a:lvl5pPr>
              <a:buClr>
                <a:srgbClr val="A0A0A0"/>
              </a:buCl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9" name="Content Placeholder 7">
            <a:extLst>
              <a:ext uri="{FF2B5EF4-FFF2-40B4-BE49-F238E27FC236}">
                <a16:creationId xmlns:a16="http://schemas.microsoft.com/office/drawing/2014/main" id="{E03F902E-7638-4AC4-AC14-B73054DCB49C}"/>
              </a:ext>
            </a:extLst>
          </p:cNvPr>
          <p:cNvSpPr>
            <a:spLocks noGrp="1"/>
          </p:cNvSpPr>
          <p:nvPr>
            <p:ph sz="quarter" idx="20"/>
          </p:nvPr>
        </p:nvSpPr>
        <p:spPr>
          <a:xfrm>
            <a:off x="457200" y="1562100"/>
            <a:ext cx="3621088" cy="4495800"/>
          </a:xfrm>
        </p:spPr>
        <p:txBody>
          <a:bodyPr vert="horz" lIns="0" tIns="0" rIns="0" bIns="0" rtlCol="0">
            <a:noAutofit/>
          </a:bodyPr>
          <a:lstStyle>
            <a:lvl1pPr>
              <a:buClr>
                <a:srgbClr val="A0A0A0"/>
              </a:buClr>
              <a:defRPr lang="en-US" dirty="0">
                <a:solidFill>
                  <a:schemeClr val="bg1"/>
                </a:solidFill>
              </a:defRPr>
            </a:lvl1pPr>
            <a:lvl2pPr>
              <a:buClr>
                <a:srgbClr val="A0A0A0"/>
              </a:buClr>
              <a:defRPr lang="en-US" dirty="0">
                <a:solidFill>
                  <a:schemeClr val="bg1"/>
                </a:solidFill>
              </a:defRPr>
            </a:lvl2pPr>
            <a:lvl3pPr>
              <a:buClr>
                <a:srgbClr val="A0A0A0"/>
              </a:buClr>
              <a:defRPr lang="en-US" dirty="0">
                <a:solidFill>
                  <a:schemeClr val="bg1"/>
                </a:solidFill>
              </a:defRPr>
            </a:lvl3pPr>
            <a:lvl4pPr>
              <a:buClr>
                <a:srgbClr val="A0A0A0"/>
              </a:buClr>
              <a:defRPr lang="en-US" dirty="0">
                <a:solidFill>
                  <a:schemeClr val="bg1"/>
                </a:solidFill>
              </a:defRPr>
            </a:lvl4pPr>
            <a:lvl5pPr>
              <a:buClr>
                <a:srgbClr val="A0A0A0"/>
              </a:buCl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1" name="Text Placeholder 9">
            <a:extLst>
              <a:ext uri="{FF2B5EF4-FFF2-40B4-BE49-F238E27FC236}">
                <a16:creationId xmlns:a16="http://schemas.microsoft.com/office/drawing/2014/main" id="{053F4A10-491C-4E43-B70F-6DD60750CB60}"/>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3" name="Picture 12">
            <a:extLst>
              <a:ext uri="{FF2B5EF4-FFF2-40B4-BE49-F238E27FC236}">
                <a16:creationId xmlns:a16="http://schemas.microsoft.com/office/drawing/2014/main" id="{08A9B928-15A1-487C-8D11-AF02C39F608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151977166"/>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C_Blank, logo">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1DA30B-776C-4F24-89A7-7FDF99987E05}"/>
              </a:ext>
            </a:extLst>
          </p:cNvPr>
          <p:cNvPicPr>
            <a:picLocks noChangeAspect="1"/>
          </p:cNvPicPr>
          <p:nvPr/>
        </p:nvPicPr>
        <p:blipFill>
          <a:blip r:embed="rId3"/>
          <a:stretch>
            <a:fillRect/>
          </a:stretch>
        </p:blipFill>
        <p:spPr>
          <a:xfrm>
            <a:off x="0" y="6565392"/>
            <a:ext cx="12192000" cy="292608"/>
          </a:xfrm>
          <a:prstGeom prst="rect">
            <a:avLst/>
          </a:prstGeom>
        </p:spPr>
      </p:pic>
      <p:sp>
        <p:nvSpPr>
          <p:cNvPr id="3" name="Footer Placeholder 2">
            <a:extLst>
              <a:ext uri="{FF2B5EF4-FFF2-40B4-BE49-F238E27FC236}">
                <a16:creationId xmlns:a16="http://schemas.microsoft.com/office/drawing/2014/main" id="{95C6F8C3-41A3-4B07-A458-E55CF7CB91B2}"/>
              </a:ext>
            </a:extLst>
          </p:cNvPr>
          <p:cNvSpPr>
            <a:spLocks noGrp="1"/>
          </p:cNvSpPr>
          <p:nvPr>
            <p:ph type="ftr" sz="quarter" idx="10"/>
          </p:nvPr>
        </p:nvSpPr>
        <p:spPr/>
        <p:txBody>
          <a:bodyPr lIns="0" rIns="0" bIns="0" anchor="b" anchorCtr="0"/>
          <a:lstStyle>
            <a:lvl1pPr>
              <a:defRPr lang="en-US" dirty="0">
                <a:solidFill>
                  <a:schemeClr val="bg1"/>
                </a:solidFill>
              </a:defRPr>
            </a:lvl1pPr>
          </a:lstStyle>
          <a:p>
            <a:endParaRPr lang="en-US"/>
          </a:p>
        </p:txBody>
      </p:sp>
      <p:sp>
        <p:nvSpPr>
          <p:cNvPr id="4" name="Slide Number Placeholder 3">
            <a:extLst>
              <a:ext uri="{FF2B5EF4-FFF2-40B4-BE49-F238E27FC236}">
                <a16:creationId xmlns:a16="http://schemas.microsoft.com/office/drawing/2014/main" id="{5787E514-2C10-4E8F-9ADE-B67E4818C592}"/>
              </a:ext>
            </a:extLst>
          </p:cNvPr>
          <p:cNvSpPr>
            <a:spLocks noGrp="1"/>
          </p:cNvSpPr>
          <p:nvPr>
            <p:ph type="sldNum" sz="quarter" idx="11"/>
          </p:nvPr>
        </p:nvSpPr>
        <p:spPr>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pic>
        <p:nvPicPr>
          <p:cNvPr id="7" name="Picture 6">
            <a:extLst>
              <a:ext uri="{FF2B5EF4-FFF2-40B4-BE49-F238E27FC236}">
                <a16:creationId xmlns:a16="http://schemas.microsoft.com/office/drawing/2014/main" id="{AC711384-A57D-4315-896B-C76A61D90F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2932121887"/>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_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5C6F8C3-41A3-4B07-A458-E55CF7CB91B2}"/>
              </a:ext>
            </a:extLst>
          </p:cNvPr>
          <p:cNvSpPr>
            <a:spLocks noGrp="1"/>
          </p:cNvSpPr>
          <p:nvPr>
            <p:ph type="ftr" sz="quarter" idx="10"/>
          </p:nvPr>
        </p:nvSpPr>
        <p:spPr/>
        <p:txBody>
          <a:bodyPr lIns="0" rIns="0" bIns="0" anchor="b" anchorCtr="0"/>
          <a:lstStyle>
            <a:lvl1pPr>
              <a:defRPr lang="en-US" dirty="0">
                <a:solidFill>
                  <a:schemeClr val="bg1"/>
                </a:solidFill>
              </a:defRPr>
            </a:lvl1pPr>
          </a:lstStyle>
          <a:p>
            <a:endParaRPr lang="en-US"/>
          </a:p>
        </p:txBody>
      </p:sp>
      <p:sp>
        <p:nvSpPr>
          <p:cNvPr id="4" name="Slide Number Placeholder 3">
            <a:extLst>
              <a:ext uri="{FF2B5EF4-FFF2-40B4-BE49-F238E27FC236}">
                <a16:creationId xmlns:a16="http://schemas.microsoft.com/office/drawing/2014/main" id="{5787E514-2C10-4E8F-9ADE-B67E4818C592}"/>
              </a:ext>
            </a:extLst>
          </p:cNvPr>
          <p:cNvSpPr>
            <a:spLocks noGrp="1"/>
          </p:cNvSpPr>
          <p:nvPr>
            <p:ph type="sldNum" sz="quarter" idx="11"/>
          </p:nvPr>
        </p:nvSpPr>
        <p:spPr>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104647847"/>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D_Ttl, Sub, Cont_Tkw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5474273-EEFF-4AB5-90BA-2605CC0DC32E}"/>
              </a:ext>
            </a:extLst>
          </p:cNvPr>
          <p:cNvPicPr>
            <a:picLocks noChangeAspect="1"/>
          </p:cNvPicPr>
          <p:nvPr/>
        </p:nvPicPr>
        <p:blipFill>
          <a:blip r:embed="rId3"/>
          <a:stretch>
            <a:fillRect/>
          </a:stretch>
        </p:blipFill>
        <p:spPr>
          <a:xfrm>
            <a:off x="0" y="6565392"/>
            <a:ext cx="12192000" cy="292608"/>
          </a:xfrm>
          <a:prstGeom prst="rect">
            <a:avLst/>
          </a:prstGeom>
        </p:spPr>
      </p:pic>
      <p:sp>
        <p:nvSpPr>
          <p:cNvPr id="25" name="Content Placeholder 17">
            <a:extLst>
              <a:ext uri="{FF2B5EF4-FFF2-40B4-BE49-F238E27FC236}">
                <a16:creationId xmlns:a16="http://schemas.microsoft.com/office/drawing/2014/main" id="{A101B589-4463-4592-9F64-CD27702E914C}"/>
              </a:ext>
            </a:extLst>
          </p:cNvPr>
          <p:cNvSpPr>
            <a:spLocks noGrp="1"/>
          </p:cNvSpPr>
          <p:nvPr>
            <p:ph sz="quarter" idx="17"/>
          </p:nvPr>
        </p:nvSpPr>
        <p:spPr>
          <a:xfrm>
            <a:off x="457200" y="1562100"/>
            <a:ext cx="11272838" cy="3868738"/>
          </a:xfrm>
        </p:spPr>
        <p:txBody>
          <a:bodyPr/>
          <a:lstStyle>
            <a:lvl1pPr>
              <a:buClr>
                <a:srgbClr val="A0A0A0"/>
              </a:buClr>
              <a:defRPr>
                <a:solidFill>
                  <a:schemeClr val="bg1"/>
                </a:solidFill>
                <a:latin typeface="+mn-lt"/>
              </a:defRPr>
            </a:lvl1pPr>
            <a:lvl2pPr>
              <a:buClr>
                <a:srgbClr val="A0A0A0"/>
              </a:buClr>
              <a:defRPr>
                <a:solidFill>
                  <a:schemeClr val="bg1"/>
                </a:solidFill>
                <a:latin typeface="+mn-lt"/>
              </a:defRPr>
            </a:lvl2pPr>
            <a:lvl3pPr>
              <a:buClr>
                <a:srgbClr val="A0A0A0"/>
              </a:buClr>
              <a:defRPr>
                <a:solidFill>
                  <a:schemeClr val="bg1"/>
                </a:solidFill>
                <a:latin typeface="+mn-lt"/>
              </a:defRPr>
            </a:lvl3pPr>
            <a:lvl4pPr>
              <a:buClr>
                <a:srgbClr val="A0A0A0"/>
              </a:buClr>
              <a:defRPr>
                <a:solidFill>
                  <a:schemeClr val="bg1"/>
                </a:solidFill>
                <a:latin typeface="+mn-lt"/>
              </a:defRPr>
            </a:lvl4pPr>
            <a:lvl5pPr>
              <a:buClr>
                <a:srgbClr val="A0A0A0"/>
              </a:buClr>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4" name="Text Placeholder 9">
            <a:extLst>
              <a:ext uri="{FF2B5EF4-FFF2-40B4-BE49-F238E27FC236}">
                <a16:creationId xmlns:a16="http://schemas.microsoft.com/office/drawing/2014/main" id="{73546CB1-F277-4211-BB18-73E197E5AFB6}"/>
              </a:ext>
            </a:extLst>
          </p:cNvPr>
          <p:cNvSpPr>
            <a:spLocks noGrp="1"/>
          </p:cNvSpPr>
          <p:nvPr>
            <p:ph type="body" sz="quarter" idx="18"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20" name="Takeaway box png">
            <a:extLst>
              <a:ext uri="{FF2B5EF4-FFF2-40B4-BE49-F238E27FC236}">
                <a16:creationId xmlns:a16="http://schemas.microsoft.com/office/drawing/2014/main" id="{52CC3B23-5F79-44F7-AA88-4F166791CAB4}"/>
              </a:ext>
            </a:extLst>
          </p:cNvPr>
          <p:cNvPicPr>
            <a:picLocks noChangeAspect="1"/>
          </p:cNvPicPr>
          <p:nvPr/>
        </p:nvPicPr>
        <p:blipFill>
          <a:blip r:embed="rId4"/>
          <a:stretch>
            <a:fillRect/>
          </a:stretch>
        </p:blipFill>
        <p:spPr>
          <a:xfrm>
            <a:off x="450614" y="5527450"/>
            <a:ext cx="11290771" cy="597460"/>
          </a:xfrm>
          <a:prstGeom prst="rect">
            <a:avLst/>
          </a:prstGeom>
        </p:spPr>
      </p:pic>
      <p:sp>
        <p:nvSpPr>
          <p:cNvPr id="21" name="Takeaway Text">
            <a:extLst>
              <a:ext uri="{FF2B5EF4-FFF2-40B4-BE49-F238E27FC236}">
                <a16:creationId xmlns:a16="http://schemas.microsoft.com/office/drawing/2014/main" id="{D181C819-2FB5-478E-9F6C-0F80E19ED9FE}"/>
              </a:ext>
            </a:extLst>
          </p:cNvPr>
          <p:cNvSpPr>
            <a:spLocks noGrp="1"/>
          </p:cNvSpPr>
          <p:nvPr>
            <p:ph type="body" sz="quarter" idx="19"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1" name="Picture 10">
            <a:extLst>
              <a:ext uri="{FF2B5EF4-FFF2-40B4-BE49-F238E27FC236}">
                <a16:creationId xmlns:a16="http://schemas.microsoft.com/office/drawing/2014/main" id="{C93A26AD-745C-42ED-B875-9728F8B02EA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939798044"/>
      </p:ext>
    </p:extLst>
  </p:cSld>
  <p:clrMapOvr>
    <a:masterClrMapping/>
  </p:clrMapOvr>
  <p:transition>
    <p:fade/>
  </p:transition>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D_Ttl, Sub, Tkw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344E60D-6C85-4E09-B9A9-41A679498FBD}"/>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2" name="Text Placeholder 9">
            <a:extLst>
              <a:ext uri="{FF2B5EF4-FFF2-40B4-BE49-F238E27FC236}">
                <a16:creationId xmlns:a16="http://schemas.microsoft.com/office/drawing/2014/main" id="{3137B93E-FD4E-440A-BC7F-D1ACEECA4E5E}"/>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1" name="Takeaway box png">
            <a:extLst>
              <a:ext uri="{FF2B5EF4-FFF2-40B4-BE49-F238E27FC236}">
                <a16:creationId xmlns:a16="http://schemas.microsoft.com/office/drawing/2014/main" id="{DCD0B218-012E-4C82-916A-FC77D2EF1F8A}"/>
              </a:ext>
            </a:extLst>
          </p:cNvPr>
          <p:cNvPicPr>
            <a:picLocks noChangeAspect="1"/>
          </p:cNvPicPr>
          <p:nvPr/>
        </p:nvPicPr>
        <p:blipFill>
          <a:blip r:embed="rId4"/>
          <a:stretch>
            <a:fillRect/>
          </a:stretch>
        </p:blipFill>
        <p:spPr>
          <a:xfrm>
            <a:off x="450614" y="5527450"/>
            <a:ext cx="11290771" cy="597460"/>
          </a:xfrm>
          <a:prstGeom prst="rect">
            <a:avLst/>
          </a:prstGeom>
        </p:spPr>
      </p:pic>
      <p:sp>
        <p:nvSpPr>
          <p:cNvPr id="13" name="Takeaway Text">
            <a:extLst>
              <a:ext uri="{FF2B5EF4-FFF2-40B4-BE49-F238E27FC236}">
                <a16:creationId xmlns:a16="http://schemas.microsoft.com/office/drawing/2014/main" id="{4854BA14-A88E-4773-8ECF-D55C7067BC15}"/>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4" name="Picture 13">
            <a:extLst>
              <a:ext uri="{FF2B5EF4-FFF2-40B4-BE49-F238E27FC236}">
                <a16:creationId xmlns:a16="http://schemas.microsoft.com/office/drawing/2014/main" id="{94838F3E-AECB-4B91-8AFD-8960E77F6DD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2563057939"/>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D_Ttl, Sub, 2 Cont, Tkw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BF8C321-41E8-4241-9BC6-F516E3E9A5D1}"/>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2" name="Content Placeholder 3">
            <a:extLst>
              <a:ext uri="{FF2B5EF4-FFF2-40B4-BE49-F238E27FC236}">
                <a16:creationId xmlns:a16="http://schemas.microsoft.com/office/drawing/2014/main" id="{1A74B7CA-79EE-48A1-A7F7-C1EC817D1403}"/>
              </a:ext>
            </a:extLst>
          </p:cNvPr>
          <p:cNvSpPr>
            <a:spLocks noGrp="1"/>
          </p:cNvSpPr>
          <p:nvPr>
            <p:ph sz="quarter" idx="19"/>
          </p:nvPr>
        </p:nvSpPr>
        <p:spPr>
          <a:xfrm>
            <a:off x="457200" y="1562100"/>
            <a:ext cx="5468112" cy="3887218"/>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3" name="Content Placeholder 20">
            <a:extLst>
              <a:ext uri="{FF2B5EF4-FFF2-40B4-BE49-F238E27FC236}">
                <a16:creationId xmlns:a16="http://schemas.microsoft.com/office/drawing/2014/main" id="{7886FAED-D863-4D2E-8E78-D83CB6798FAF}"/>
              </a:ext>
            </a:extLst>
          </p:cNvPr>
          <p:cNvSpPr>
            <a:spLocks noGrp="1"/>
          </p:cNvSpPr>
          <p:nvPr>
            <p:ph sz="quarter" idx="20"/>
          </p:nvPr>
        </p:nvSpPr>
        <p:spPr>
          <a:xfrm>
            <a:off x="6261100" y="1562100"/>
            <a:ext cx="5468938" cy="3869375"/>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3" name="Text Placeholder 9">
            <a:extLst>
              <a:ext uri="{FF2B5EF4-FFF2-40B4-BE49-F238E27FC236}">
                <a16:creationId xmlns:a16="http://schemas.microsoft.com/office/drawing/2014/main" id="{F90E4897-C083-4CA1-9D45-EAF224DD6C1B}"/>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4" name="Takeaway box png">
            <a:extLst>
              <a:ext uri="{FF2B5EF4-FFF2-40B4-BE49-F238E27FC236}">
                <a16:creationId xmlns:a16="http://schemas.microsoft.com/office/drawing/2014/main" id="{CA10C0D9-7916-485A-8BB7-8B64C2E989D6}"/>
              </a:ext>
            </a:extLst>
          </p:cNvPr>
          <p:cNvPicPr>
            <a:picLocks noChangeAspect="1"/>
          </p:cNvPicPr>
          <p:nvPr/>
        </p:nvPicPr>
        <p:blipFill>
          <a:blip r:embed="rId4"/>
          <a:stretch>
            <a:fillRect/>
          </a:stretch>
        </p:blipFill>
        <p:spPr>
          <a:xfrm>
            <a:off x="450614" y="5527450"/>
            <a:ext cx="11290771" cy="597460"/>
          </a:xfrm>
          <a:prstGeom prst="rect">
            <a:avLst/>
          </a:prstGeom>
        </p:spPr>
      </p:pic>
      <p:sp>
        <p:nvSpPr>
          <p:cNvPr id="15" name="Takeaway Text">
            <a:extLst>
              <a:ext uri="{FF2B5EF4-FFF2-40B4-BE49-F238E27FC236}">
                <a16:creationId xmlns:a16="http://schemas.microsoft.com/office/drawing/2014/main" id="{4341217C-57C2-4DE8-B9F7-4955CACF60C3}"/>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6" name="Picture 15">
            <a:extLst>
              <a:ext uri="{FF2B5EF4-FFF2-40B4-BE49-F238E27FC236}">
                <a16:creationId xmlns:a16="http://schemas.microsoft.com/office/drawing/2014/main" id="{0EFDC356-01E0-40D1-A3B4-97866BC7EA3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4157864453"/>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D_Ttl, Sub, 3 Cont, Tkw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5EC6837-06F1-49DF-A7DD-F3F2319ACE06}"/>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3" name="Content Placeholder 3">
            <a:extLst>
              <a:ext uri="{FF2B5EF4-FFF2-40B4-BE49-F238E27FC236}">
                <a16:creationId xmlns:a16="http://schemas.microsoft.com/office/drawing/2014/main" id="{B5986899-BAC2-42F4-B1A5-2CA7FC183C35}"/>
              </a:ext>
            </a:extLst>
          </p:cNvPr>
          <p:cNvSpPr>
            <a:spLocks noGrp="1"/>
          </p:cNvSpPr>
          <p:nvPr>
            <p:ph sz="quarter" idx="21"/>
          </p:nvPr>
        </p:nvSpPr>
        <p:spPr>
          <a:xfrm>
            <a:off x="457200" y="1562100"/>
            <a:ext cx="3621088" cy="3868738"/>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4" name="Content Placeholder 7">
            <a:extLst>
              <a:ext uri="{FF2B5EF4-FFF2-40B4-BE49-F238E27FC236}">
                <a16:creationId xmlns:a16="http://schemas.microsoft.com/office/drawing/2014/main" id="{AEFE74D4-3200-4882-BFDE-B2FA07345A83}"/>
              </a:ext>
            </a:extLst>
          </p:cNvPr>
          <p:cNvSpPr>
            <a:spLocks noGrp="1"/>
          </p:cNvSpPr>
          <p:nvPr>
            <p:ph sz="quarter" idx="22"/>
          </p:nvPr>
        </p:nvSpPr>
        <p:spPr>
          <a:xfrm>
            <a:off x="4284663" y="1562100"/>
            <a:ext cx="3621087" cy="3868738"/>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5" name="Content Placeholder 23">
            <a:extLst>
              <a:ext uri="{FF2B5EF4-FFF2-40B4-BE49-F238E27FC236}">
                <a16:creationId xmlns:a16="http://schemas.microsoft.com/office/drawing/2014/main" id="{DDFAD16D-F55E-4E2A-8A06-13C8E21B455D}"/>
              </a:ext>
            </a:extLst>
          </p:cNvPr>
          <p:cNvSpPr>
            <a:spLocks noGrp="1"/>
          </p:cNvSpPr>
          <p:nvPr>
            <p:ph sz="quarter" idx="23"/>
          </p:nvPr>
        </p:nvSpPr>
        <p:spPr>
          <a:xfrm>
            <a:off x="8110538" y="1561462"/>
            <a:ext cx="3624262"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4" name="Text Placeholder 9">
            <a:extLst>
              <a:ext uri="{FF2B5EF4-FFF2-40B4-BE49-F238E27FC236}">
                <a16:creationId xmlns:a16="http://schemas.microsoft.com/office/drawing/2014/main" id="{E427B0E3-D7F6-46C8-8889-7D51248171F5}"/>
              </a:ext>
            </a:extLst>
          </p:cNvPr>
          <p:cNvSpPr>
            <a:spLocks noGrp="1"/>
          </p:cNvSpPr>
          <p:nvPr>
            <p:ph type="body" sz="quarter" idx="17"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5" name="Takeaway box png">
            <a:extLst>
              <a:ext uri="{FF2B5EF4-FFF2-40B4-BE49-F238E27FC236}">
                <a16:creationId xmlns:a16="http://schemas.microsoft.com/office/drawing/2014/main" id="{A1CA10CA-CDE5-4CE8-8DBF-3281D5D90B01}"/>
              </a:ext>
            </a:extLst>
          </p:cNvPr>
          <p:cNvPicPr>
            <a:picLocks noChangeAspect="1"/>
          </p:cNvPicPr>
          <p:nvPr/>
        </p:nvPicPr>
        <p:blipFill>
          <a:blip r:embed="rId4"/>
          <a:stretch>
            <a:fillRect/>
          </a:stretch>
        </p:blipFill>
        <p:spPr>
          <a:xfrm>
            <a:off x="450614" y="5527450"/>
            <a:ext cx="11290771" cy="597460"/>
          </a:xfrm>
          <a:prstGeom prst="rect">
            <a:avLst/>
          </a:prstGeom>
        </p:spPr>
      </p:pic>
      <p:sp>
        <p:nvSpPr>
          <p:cNvPr id="16" name="Takeaway Text">
            <a:extLst>
              <a:ext uri="{FF2B5EF4-FFF2-40B4-BE49-F238E27FC236}">
                <a16:creationId xmlns:a16="http://schemas.microsoft.com/office/drawing/2014/main" id="{D548D0E2-B028-4BD1-8B7D-494A6692E7C4}"/>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pic>
        <p:nvPicPr>
          <p:cNvPr id="17" name="Picture 16">
            <a:extLst>
              <a:ext uri="{FF2B5EF4-FFF2-40B4-BE49-F238E27FC236}">
                <a16:creationId xmlns:a16="http://schemas.microsoft.com/office/drawing/2014/main" id="{2CE21F7B-51AA-4C30-A4D7-EFC442B5751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1710179105"/>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E_Hero">
    <p:bg>
      <p:bgPr>
        <a:blipFill dpi="0" rotWithShape="1">
          <a:blip>
            <a:lum/>
            <a:extLst>
              <a:ext uri="{96DAC541-7B7A-43D3-8B79-37D633B846F1}">
                <asvg:svgBlip xmlns:asvg="http://schemas.microsoft.com/office/drawing/2016/SVG/main" r:embed="rId2"/>
              </a:ext>
            </a:extLst>
          </a:blip>
          <a:srcRect/>
          <a:stretch>
            <a:fillRect l="-21000" r="-21000"/>
          </a:stretch>
        </a:blip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0CF83CB-8F92-4AB7-9B64-01CEF2E50FAB}"/>
              </a:ext>
            </a:extLst>
          </p:cNvPr>
          <p:cNvSpPr/>
          <p:nvPr/>
        </p:nvSpPr>
        <p:spPr>
          <a:xfrm>
            <a:off x="-17166" y="4812145"/>
            <a:ext cx="12209165" cy="204585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85F48017-D0DC-410F-8156-2CC1B8835B97}"/>
              </a:ext>
            </a:extLst>
          </p:cNvPr>
          <p:cNvSpPr>
            <a:spLocks noGrp="1"/>
          </p:cNvSpPr>
          <p:nvPr>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4E4E4E"/>
                </a:solidFill>
                <a:latin typeface="+mn-lt"/>
              </a:defRPr>
            </a:lvl1pPr>
          </a:lstStyle>
          <a:p>
            <a:fld id="{3705743C-5002-4264-BBD1-F99B754DF5BE}" type="slidenum">
              <a:rPr lang="en-US" smtClean="0"/>
              <a:t>‹#›</a:t>
            </a:fld>
            <a:endParaRPr lang="en-US"/>
          </a:p>
        </p:txBody>
      </p:sp>
      <p:sp>
        <p:nvSpPr>
          <p:cNvPr id="2" name="Title 1">
            <a:extLst>
              <a:ext uri="{FF2B5EF4-FFF2-40B4-BE49-F238E27FC236}">
                <a16:creationId xmlns:a16="http://schemas.microsoft.com/office/drawing/2014/main" id="{653F4F32-E632-4865-A830-B69385423938}"/>
              </a:ext>
            </a:extLst>
          </p:cNvPr>
          <p:cNvSpPr>
            <a:spLocks noGrp="1"/>
          </p:cNvSpPr>
          <p:nvPr>
            <p:ph type="title"/>
          </p:nvPr>
        </p:nvSpPr>
        <p:spPr>
          <a:xfrm>
            <a:off x="4487799" y="5033821"/>
            <a:ext cx="7247000" cy="933086"/>
          </a:xfrm>
        </p:spPr>
        <p:txBody>
          <a:bodyPr wrap="square" tIns="182880">
            <a:noAutofit/>
          </a:bodyPr>
          <a:lstStyle>
            <a:lvl1pPr algn="l">
              <a:lnSpc>
                <a:spcPct val="100000"/>
              </a:lnSpc>
              <a:defRPr sz="3200" b="0" cap="none" baseline="0">
                <a:solidFill>
                  <a:srgbClr val="3B3758"/>
                </a:solidFill>
                <a:latin typeface="Inter ExtraBold" panose="02000503000000020004" pitchFamily="34" charset="0"/>
                <a:ea typeface="Inter ExtraBold" panose="02000503000000020004" pitchFamily="34" charset="0"/>
              </a:defRPr>
            </a:lvl1pPr>
          </a:lstStyle>
          <a:p>
            <a:r>
              <a:rPr lang="en-US"/>
              <a:t>Click to edit Master title style</a:t>
            </a:r>
          </a:p>
        </p:txBody>
      </p:sp>
      <p:sp>
        <p:nvSpPr>
          <p:cNvPr id="10" name="Text Placeholder 7">
            <a:extLst>
              <a:ext uri="{FF2B5EF4-FFF2-40B4-BE49-F238E27FC236}">
                <a16:creationId xmlns:a16="http://schemas.microsoft.com/office/drawing/2014/main" id="{93C6A534-E612-4501-9259-6FB1A507014E}"/>
              </a:ext>
            </a:extLst>
          </p:cNvPr>
          <p:cNvSpPr>
            <a:spLocks noGrp="1"/>
          </p:cNvSpPr>
          <p:nvPr>
            <p:ph type="body" sz="quarter" idx="16"/>
          </p:nvPr>
        </p:nvSpPr>
        <p:spPr>
          <a:xfrm>
            <a:off x="4487799" y="5990368"/>
            <a:ext cx="7247000" cy="466477"/>
          </a:xfrm>
        </p:spPr>
        <p:txBody>
          <a:bodyPr anchor="t" anchorCtr="0"/>
          <a:lstStyle>
            <a:lvl1pPr marL="0" indent="0" algn="l">
              <a:buNone/>
              <a:defRPr sz="1800">
                <a:solidFill>
                  <a:srgbClr val="4E4E4E"/>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pic>
        <p:nvPicPr>
          <p:cNvPr id="60" name="Picture 59">
            <a:extLst>
              <a:ext uri="{FF2B5EF4-FFF2-40B4-BE49-F238E27FC236}">
                <a16:creationId xmlns:a16="http://schemas.microsoft.com/office/drawing/2014/main" id="{575BA61E-DE1B-4A61-B022-EA89673C9F0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0813" y="5489467"/>
            <a:ext cx="3393210" cy="691209"/>
          </a:xfrm>
          <a:prstGeom prst="rect">
            <a:avLst/>
          </a:prstGeom>
        </p:spPr>
      </p:pic>
    </p:spTree>
    <p:extLst>
      <p:ext uri="{BB962C8B-B14F-4D97-AF65-F5344CB8AC3E}">
        <p14:creationId xmlns:p14="http://schemas.microsoft.com/office/powerpoint/2010/main" val="4016594406"/>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E_Hero Blu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CD34426C-356E-4A81-82A3-ECB3B80E82F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0813" y="5489467"/>
            <a:ext cx="3393210" cy="691209"/>
          </a:xfrm>
          <a:prstGeom prst="rect">
            <a:avLst/>
          </a:prstGeom>
        </p:spPr>
      </p:pic>
      <p:sp>
        <p:nvSpPr>
          <p:cNvPr id="4" name="Slide Number Placeholder 3">
            <a:extLst>
              <a:ext uri="{FF2B5EF4-FFF2-40B4-BE49-F238E27FC236}">
                <a16:creationId xmlns:a16="http://schemas.microsoft.com/office/drawing/2014/main" id="{BB0669A6-0264-47A5-9F14-FDCB47C56CA3}"/>
              </a:ext>
            </a:extLst>
          </p:cNvPr>
          <p:cNvSpPr>
            <a:spLocks noGrp="1"/>
          </p:cNvSpPr>
          <p:nvPr>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3705743C-5002-4264-BBD1-F99B754DF5BE}" type="slidenum">
              <a:rPr lang="en-US" smtClean="0"/>
              <a:t>‹#›</a:t>
            </a:fld>
            <a:endParaRPr lang="en-US"/>
          </a:p>
        </p:txBody>
      </p:sp>
      <p:sp>
        <p:nvSpPr>
          <p:cNvPr id="20" name="Title 1">
            <a:extLst>
              <a:ext uri="{FF2B5EF4-FFF2-40B4-BE49-F238E27FC236}">
                <a16:creationId xmlns:a16="http://schemas.microsoft.com/office/drawing/2014/main" id="{59B79313-2A42-48EB-BCF9-DD42DE461C69}"/>
              </a:ext>
            </a:extLst>
          </p:cNvPr>
          <p:cNvSpPr>
            <a:spLocks noGrp="1"/>
          </p:cNvSpPr>
          <p:nvPr>
            <p:ph type="title"/>
          </p:nvPr>
        </p:nvSpPr>
        <p:spPr>
          <a:xfrm>
            <a:off x="475488" y="1890546"/>
            <a:ext cx="6001512" cy="1809726"/>
          </a:xfrm>
          <a:noFill/>
          <a:ln>
            <a:noFill/>
          </a:ln>
        </p:spPr>
        <p:txBody>
          <a:bodyPr spcFirstLastPara="1" vert="horz" wrap="square" lIns="0" tIns="182880" rIns="0" bIns="0" rtlCol="0" anchor="b" anchorCtr="0">
            <a:noAutofit/>
          </a:bodyPr>
          <a:lstStyle>
            <a:lvl1pPr>
              <a:lnSpc>
                <a:spcPct val="100000"/>
              </a:lnSpc>
              <a:defRPr lang="en-US" sz="4000" cap="none" baseline="0" dirty="0">
                <a:solidFill>
                  <a:schemeClr val="bg1"/>
                </a:solidFill>
                <a:latin typeface="Inter ExtraBold" panose="02000503000000020004" pitchFamily="34" charset="0"/>
                <a:ea typeface="Inter ExtraBold" panose="02000503000000020004" pitchFamily="34" charset="0"/>
              </a:defRPr>
            </a:lvl1pPr>
          </a:lstStyle>
          <a:p>
            <a:pPr marL="0" lvl="0"/>
            <a:r>
              <a:rPr lang="en-US"/>
              <a:t>Click to edit Master title style</a:t>
            </a:r>
          </a:p>
        </p:txBody>
      </p:sp>
      <p:sp>
        <p:nvSpPr>
          <p:cNvPr id="21" name="Text Placeholder 7">
            <a:extLst>
              <a:ext uri="{FF2B5EF4-FFF2-40B4-BE49-F238E27FC236}">
                <a16:creationId xmlns:a16="http://schemas.microsoft.com/office/drawing/2014/main" id="{83DD679B-27F0-439F-A54D-F8E85EB4F64F}"/>
              </a:ext>
            </a:extLst>
          </p:cNvPr>
          <p:cNvSpPr>
            <a:spLocks noGrp="1"/>
          </p:cNvSpPr>
          <p:nvPr>
            <p:ph type="body" sz="quarter" idx="16"/>
          </p:nvPr>
        </p:nvSpPr>
        <p:spPr>
          <a:xfrm>
            <a:off x="475488" y="3726526"/>
            <a:ext cx="6001512"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229806171"/>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E_Hero Purpl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0669A6-0264-47A5-9F14-FDCB47C56CA3}"/>
              </a:ext>
            </a:extLst>
          </p:cNvPr>
          <p:cNvSpPr>
            <a:spLocks noGrp="1"/>
          </p:cNvSpPr>
          <p:nvPr>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3705743C-5002-4264-BBD1-F99B754DF5BE}" type="slidenum">
              <a:rPr lang="en-US" smtClean="0"/>
              <a:t>‹#›</a:t>
            </a:fld>
            <a:endParaRPr lang="en-US"/>
          </a:p>
        </p:txBody>
      </p:sp>
      <p:sp>
        <p:nvSpPr>
          <p:cNvPr id="21" name="Text Placeholder 7">
            <a:extLst>
              <a:ext uri="{FF2B5EF4-FFF2-40B4-BE49-F238E27FC236}">
                <a16:creationId xmlns:a16="http://schemas.microsoft.com/office/drawing/2014/main" id="{83DD679B-27F0-439F-A54D-F8E85EB4F64F}"/>
              </a:ext>
            </a:extLst>
          </p:cNvPr>
          <p:cNvSpPr>
            <a:spLocks noGrp="1"/>
          </p:cNvSpPr>
          <p:nvPr>
            <p:ph type="body" sz="quarter" idx="16"/>
          </p:nvPr>
        </p:nvSpPr>
        <p:spPr>
          <a:xfrm>
            <a:off x="475488" y="3726525"/>
            <a:ext cx="6001512"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12" name="Title 1">
            <a:extLst>
              <a:ext uri="{FF2B5EF4-FFF2-40B4-BE49-F238E27FC236}">
                <a16:creationId xmlns:a16="http://schemas.microsoft.com/office/drawing/2014/main" id="{BDAB98FE-2733-45C1-94A6-25E0EDAFA544}"/>
              </a:ext>
            </a:extLst>
          </p:cNvPr>
          <p:cNvSpPr>
            <a:spLocks noGrp="1"/>
          </p:cNvSpPr>
          <p:nvPr>
            <p:ph type="title"/>
          </p:nvPr>
        </p:nvSpPr>
        <p:spPr>
          <a:xfrm>
            <a:off x="475488" y="1890546"/>
            <a:ext cx="6001512" cy="1809726"/>
          </a:xfrm>
          <a:noFill/>
          <a:ln>
            <a:noFill/>
          </a:ln>
        </p:spPr>
        <p:txBody>
          <a:bodyPr spcFirstLastPara="1" vert="horz" wrap="square" lIns="0" tIns="182880" rIns="0" bIns="0" rtlCol="0" anchor="b" anchorCtr="0">
            <a:noAutofit/>
          </a:bodyPr>
          <a:lstStyle>
            <a:lvl1pPr>
              <a:lnSpc>
                <a:spcPct val="100000"/>
              </a:lnSpc>
              <a:defRPr lang="en-US" sz="4000" cap="none" baseline="0" dirty="0">
                <a:solidFill>
                  <a:schemeClr val="bg1"/>
                </a:solidFill>
                <a:latin typeface="Inter ExtraBold" panose="02000503000000020004" pitchFamily="34" charset="0"/>
                <a:ea typeface="Inter ExtraBold" panose="02000503000000020004" pitchFamily="34" charset="0"/>
              </a:defRPr>
            </a:lvl1pPr>
          </a:lstStyle>
          <a:p>
            <a:pPr marL="0" lvl="0"/>
            <a:r>
              <a:rPr lang="en-US"/>
              <a:t>Click to edit Master title style</a:t>
            </a:r>
          </a:p>
        </p:txBody>
      </p:sp>
      <p:pic>
        <p:nvPicPr>
          <p:cNvPr id="6" name="Picture 5">
            <a:extLst>
              <a:ext uri="{FF2B5EF4-FFF2-40B4-BE49-F238E27FC236}">
                <a16:creationId xmlns:a16="http://schemas.microsoft.com/office/drawing/2014/main" id="{A98C22DB-3886-47A4-B53C-D4E244C98B9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0813" y="5489467"/>
            <a:ext cx="3393210" cy="691209"/>
          </a:xfrm>
          <a:prstGeom prst="rect">
            <a:avLst/>
          </a:prstGeom>
        </p:spPr>
      </p:pic>
    </p:spTree>
    <p:extLst>
      <p:ext uri="{BB962C8B-B14F-4D97-AF65-F5344CB8AC3E}">
        <p14:creationId xmlns:p14="http://schemas.microsoft.com/office/powerpoint/2010/main" val="3669157886"/>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E_Hero Gree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0669A6-0264-47A5-9F14-FDCB47C56CA3}"/>
              </a:ext>
            </a:extLst>
          </p:cNvPr>
          <p:cNvSpPr>
            <a:spLocks noGrp="1"/>
          </p:cNvSpPr>
          <p:nvPr>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3705743C-5002-4264-BBD1-F99B754DF5BE}" type="slidenum">
              <a:rPr lang="en-US" smtClean="0"/>
              <a:t>‹#›</a:t>
            </a:fld>
            <a:endParaRPr lang="en-US"/>
          </a:p>
        </p:txBody>
      </p:sp>
      <p:sp>
        <p:nvSpPr>
          <p:cNvPr id="21" name="Text Placeholder 7">
            <a:extLst>
              <a:ext uri="{FF2B5EF4-FFF2-40B4-BE49-F238E27FC236}">
                <a16:creationId xmlns:a16="http://schemas.microsoft.com/office/drawing/2014/main" id="{83DD679B-27F0-439F-A54D-F8E85EB4F64F}"/>
              </a:ext>
            </a:extLst>
          </p:cNvPr>
          <p:cNvSpPr>
            <a:spLocks noGrp="1"/>
          </p:cNvSpPr>
          <p:nvPr>
            <p:ph type="body" sz="quarter" idx="16"/>
          </p:nvPr>
        </p:nvSpPr>
        <p:spPr>
          <a:xfrm>
            <a:off x="475488" y="3726525"/>
            <a:ext cx="6001512"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13" name="Title 1">
            <a:extLst>
              <a:ext uri="{FF2B5EF4-FFF2-40B4-BE49-F238E27FC236}">
                <a16:creationId xmlns:a16="http://schemas.microsoft.com/office/drawing/2014/main" id="{4DD57EC2-CC82-469B-BBBA-A42EEE251671}"/>
              </a:ext>
            </a:extLst>
          </p:cNvPr>
          <p:cNvSpPr>
            <a:spLocks noGrp="1"/>
          </p:cNvSpPr>
          <p:nvPr>
            <p:ph type="title"/>
          </p:nvPr>
        </p:nvSpPr>
        <p:spPr>
          <a:xfrm>
            <a:off x="475488" y="1890546"/>
            <a:ext cx="6001512" cy="1809726"/>
          </a:xfrm>
          <a:noFill/>
          <a:ln>
            <a:noFill/>
          </a:ln>
        </p:spPr>
        <p:txBody>
          <a:bodyPr spcFirstLastPara="1" vert="horz" wrap="square" lIns="0" tIns="182880" rIns="0" bIns="0" rtlCol="0" anchor="b" anchorCtr="0">
            <a:noAutofit/>
          </a:bodyPr>
          <a:lstStyle>
            <a:lvl1pPr>
              <a:lnSpc>
                <a:spcPct val="100000"/>
              </a:lnSpc>
              <a:defRPr lang="en-US" sz="4000" cap="none" baseline="0" dirty="0">
                <a:solidFill>
                  <a:schemeClr val="bg1"/>
                </a:solidFill>
                <a:latin typeface="Inter ExtraBold" panose="02000503000000020004" pitchFamily="34" charset="0"/>
                <a:ea typeface="Inter ExtraBold" panose="02000503000000020004" pitchFamily="34" charset="0"/>
              </a:defRPr>
            </a:lvl1pPr>
          </a:lstStyle>
          <a:p>
            <a:pPr marL="0" lvl="0"/>
            <a:r>
              <a:rPr lang="en-US"/>
              <a:t>Click to edit Master title style</a:t>
            </a:r>
          </a:p>
        </p:txBody>
      </p:sp>
      <p:pic>
        <p:nvPicPr>
          <p:cNvPr id="6" name="Picture 5">
            <a:extLst>
              <a:ext uri="{FF2B5EF4-FFF2-40B4-BE49-F238E27FC236}">
                <a16:creationId xmlns:a16="http://schemas.microsoft.com/office/drawing/2014/main" id="{59675FFA-2442-4D2D-86D2-D27BD87F0D4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0813" y="5489467"/>
            <a:ext cx="3393210" cy="691209"/>
          </a:xfrm>
          <a:prstGeom prst="rect">
            <a:avLst/>
          </a:prstGeom>
        </p:spPr>
      </p:pic>
    </p:spTree>
    <p:extLst>
      <p:ext uri="{BB962C8B-B14F-4D97-AF65-F5344CB8AC3E}">
        <p14:creationId xmlns:p14="http://schemas.microsoft.com/office/powerpoint/2010/main" val="2173621878"/>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E_Big Statem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F48017-D0DC-410F-8156-2CC1B8835B97}"/>
              </a:ext>
            </a:extLst>
          </p:cNvPr>
          <p:cNvSpPr>
            <a:spLocks noGrp="1"/>
          </p:cNvSpPr>
          <p:nvPr>
            <p:ph type="sldNum" sz="quarter" idx="11"/>
          </p:nvPr>
        </p:nvSpPr>
        <p:spPr>
          <a:noFill/>
          <a:ln>
            <a:noFill/>
          </a:ln>
        </p:spPr>
        <p:txBody>
          <a:bodyPr spcFirstLastPara="1" wrap="square" lIns="0" tIns="0" rIns="27425" bIns="0" anchor="b" anchorCtr="0">
            <a:noAutofit/>
          </a:bodyPr>
          <a:lstStyle>
            <a:lvl1pPr>
              <a:defRPr lang="en-US" smtClean="0">
                <a:solidFill>
                  <a:srgbClr val="FFFFFF"/>
                </a:solidFill>
              </a:defRPr>
            </a:lvl1pPr>
          </a:lstStyle>
          <a:p>
            <a:fld id="{3705743C-5002-4264-BBD1-F99B754DF5BE}" type="slidenum">
              <a:rPr lang="en-US" smtClean="0"/>
              <a:t>‹#›</a:t>
            </a:fld>
            <a:endParaRPr lang="en-US"/>
          </a:p>
        </p:txBody>
      </p:sp>
      <p:sp>
        <p:nvSpPr>
          <p:cNvPr id="2" name="Title 1">
            <a:extLst>
              <a:ext uri="{FF2B5EF4-FFF2-40B4-BE49-F238E27FC236}">
                <a16:creationId xmlns:a16="http://schemas.microsoft.com/office/drawing/2014/main" id="{06BB2AAE-6AA8-442E-B8AE-1F478F29D09F}"/>
              </a:ext>
            </a:extLst>
          </p:cNvPr>
          <p:cNvSpPr>
            <a:spLocks noGrp="1"/>
          </p:cNvSpPr>
          <p:nvPr>
            <p:ph type="title"/>
          </p:nvPr>
        </p:nvSpPr>
        <p:spPr>
          <a:xfrm>
            <a:off x="1097280" y="2524137"/>
            <a:ext cx="9997440" cy="1809726"/>
          </a:xfrm>
          <a:noFill/>
          <a:ln>
            <a:noFill/>
          </a:ln>
        </p:spPr>
        <p:txBody>
          <a:bodyPr spcFirstLastPara="1" vert="horz" wrap="square" lIns="0" tIns="182880" rIns="0" bIns="0" rtlCol="0" anchor="ctr" anchorCtr="0">
            <a:noAutofit/>
          </a:bodyPr>
          <a:lstStyle>
            <a:lvl1pPr algn="ctr">
              <a:defRPr lang="en-US" sz="3600" cap="none" baseline="0" dirty="0">
                <a:solidFill>
                  <a:schemeClr val="bg1"/>
                </a:solidFill>
                <a:latin typeface="Inter ExtraBold" panose="02000503000000020004" pitchFamily="34" charset="0"/>
                <a:ea typeface="Inter ExtraBold" panose="02000503000000020004" pitchFamily="34" charset="0"/>
              </a:defRPr>
            </a:lvl1pPr>
          </a:lstStyle>
          <a:p>
            <a:pPr marL="0" lvl="0"/>
            <a:r>
              <a:rPr lang="en-US"/>
              <a:t>Click to edit Master title style</a:t>
            </a:r>
          </a:p>
        </p:txBody>
      </p:sp>
      <p:pic>
        <p:nvPicPr>
          <p:cNvPr id="12" name="Picture 11">
            <a:extLst>
              <a:ext uri="{FF2B5EF4-FFF2-40B4-BE49-F238E27FC236}">
                <a16:creationId xmlns:a16="http://schemas.microsoft.com/office/drawing/2014/main" id="{E04C816D-E142-42AC-8151-B7A1198614C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399395" y="5489467"/>
            <a:ext cx="3393210" cy="691209"/>
          </a:xfrm>
          <a:prstGeom prst="rect">
            <a:avLst/>
          </a:prstGeom>
        </p:spPr>
      </p:pic>
    </p:spTree>
    <p:extLst>
      <p:ext uri="{BB962C8B-B14F-4D97-AF65-F5344CB8AC3E}">
        <p14:creationId xmlns:p14="http://schemas.microsoft.com/office/powerpoint/2010/main" val="3711035828"/>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E_Section Divider Blu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0669A6-0264-47A5-9F14-FDCB47C56CA3}"/>
              </a:ext>
            </a:extLst>
          </p:cNvPr>
          <p:cNvSpPr>
            <a:spLocks noGrp="1"/>
          </p:cNvSpPr>
          <p:nvPr>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3705743C-5002-4264-BBD1-F99B754DF5BE}" type="slidenum">
              <a:rPr lang="en-US" smtClean="0"/>
              <a:t>‹#›</a:t>
            </a:fld>
            <a:endParaRPr lang="en-US"/>
          </a:p>
        </p:txBody>
      </p:sp>
      <p:sp>
        <p:nvSpPr>
          <p:cNvPr id="20" name="Title 1">
            <a:extLst>
              <a:ext uri="{FF2B5EF4-FFF2-40B4-BE49-F238E27FC236}">
                <a16:creationId xmlns:a16="http://schemas.microsoft.com/office/drawing/2014/main" id="{59B79313-2A42-48EB-BCF9-DD42DE461C69}"/>
              </a:ext>
            </a:extLst>
          </p:cNvPr>
          <p:cNvSpPr>
            <a:spLocks noGrp="1"/>
          </p:cNvSpPr>
          <p:nvPr>
            <p:ph type="title"/>
          </p:nvPr>
        </p:nvSpPr>
        <p:spPr>
          <a:xfrm>
            <a:off x="475488" y="1738146"/>
            <a:ext cx="8191874" cy="1809726"/>
          </a:xfrm>
          <a:noFill/>
          <a:ln>
            <a:noFill/>
          </a:ln>
        </p:spPr>
        <p:txBody>
          <a:bodyPr spcFirstLastPara="1" vert="horz" wrap="square" lIns="0" tIns="182880" rIns="0" bIns="0" rtlCol="0" anchor="b" anchorCtr="0">
            <a:noAutofit/>
          </a:bodyPr>
          <a:lstStyle>
            <a:lvl1pPr>
              <a:defRPr lang="en-US" sz="4000" dirty="0">
                <a:solidFill>
                  <a:schemeClr val="bg1"/>
                </a:solidFill>
                <a:latin typeface="Inter ExtraBold" panose="02000503000000020004" pitchFamily="34" charset="0"/>
                <a:ea typeface="Inter ExtraBold" panose="02000503000000020004" pitchFamily="34" charset="0"/>
              </a:defRPr>
            </a:lvl1pPr>
          </a:lstStyle>
          <a:p>
            <a:pPr marL="0" lvl="0">
              <a:lnSpc>
                <a:spcPct val="100000"/>
              </a:lnSpc>
            </a:pPr>
            <a:r>
              <a:rPr lang="en-US"/>
              <a:t>Click to edit Master title style</a:t>
            </a:r>
          </a:p>
        </p:txBody>
      </p:sp>
      <p:sp>
        <p:nvSpPr>
          <p:cNvPr id="21" name="Text Placeholder 7">
            <a:extLst>
              <a:ext uri="{FF2B5EF4-FFF2-40B4-BE49-F238E27FC236}">
                <a16:creationId xmlns:a16="http://schemas.microsoft.com/office/drawing/2014/main" id="{83DD679B-27F0-439F-A54D-F8E85EB4F64F}"/>
              </a:ext>
            </a:extLst>
          </p:cNvPr>
          <p:cNvSpPr>
            <a:spLocks noGrp="1"/>
          </p:cNvSpPr>
          <p:nvPr>
            <p:ph type="body" sz="quarter" idx="16"/>
          </p:nvPr>
        </p:nvSpPr>
        <p:spPr>
          <a:xfrm>
            <a:off x="475488" y="3574126"/>
            <a:ext cx="8191874"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pic>
        <p:nvPicPr>
          <p:cNvPr id="6" name="Picture 5">
            <a:extLst>
              <a:ext uri="{FF2B5EF4-FFF2-40B4-BE49-F238E27FC236}">
                <a16:creationId xmlns:a16="http://schemas.microsoft.com/office/drawing/2014/main" id="{9BE104DE-16EE-4AC7-8315-F5C6754BA7C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2235783994"/>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E_Section Divider Purpl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0669A6-0264-47A5-9F14-FDCB47C56CA3}"/>
              </a:ext>
            </a:extLst>
          </p:cNvPr>
          <p:cNvSpPr>
            <a:spLocks noGrp="1"/>
          </p:cNvSpPr>
          <p:nvPr>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3705743C-5002-4264-BBD1-F99B754DF5BE}" type="slidenum">
              <a:rPr lang="en-US" smtClean="0"/>
              <a:t>‹#›</a:t>
            </a:fld>
            <a:endParaRPr lang="en-US"/>
          </a:p>
        </p:txBody>
      </p:sp>
      <p:sp>
        <p:nvSpPr>
          <p:cNvPr id="11" name="Title 1">
            <a:extLst>
              <a:ext uri="{FF2B5EF4-FFF2-40B4-BE49-F238E27FC236}">
                <a16:creationId xmlns:a16="http://schemas.microsoft.com/office/drawing/2014/main" id="{934394AA-5CB8-4C7C-9D08-868405AFE928}"/>
              </a:ext>
            </a:extLst>
          </p:cNvPr>
          <p:cNvSpPr>
            <a:spLocks noGrp="1"/>
          </p:cNvSpPr>
          <p:nvPr>
            <p:ph type="title"/>
          </p:nvPr>
        </p:nvSpPr>
        <p:spPr>
          <a:xfrm>
            <a:off x="475488" y="1738146"/>
            <a:ext cx="8191874" cy="1809726"/>
          </a:xfrm>
          <a:noFill/>
          <a:ln>
            <a:noFill/>
          </a:ln>
        </p:spPr>
        <p:txBody>
          <a:bodyPr spcFirstLastPara="1" vert="horz" wrap="square" lIns="0" tIns="182880" rIns="0" bIns="0" rtlCol="0" anchor="b" anchorCtr="0">
            <a:noAutofit/>
          </a:bodyPr>
          <a:lstStyle>
            <a:lvl1pPr>
              <a:defRPr lang="en-US" sz="4000" dirty="0">
                <a:solidFill>
                  <a:schemeClr val="bg1"/>
                </a:solidFill>
                <a:latin typeface="Inter ExtraBold" panose="02000503000000020004" pitchFamily="34" charset="0"/>
                <a:ea typeface="Inter ExtraBold" panose="02000503000000020004" pitchFamily="34" charset="0"/>
              </a:defRPr>
            </a:lvl1pPr>
          </a:lstStyle>
          <a:p>
            <a:pPr marL="0" lvl="0">
              <a:lnSpc>
                <a:spcPct val="100000"/>
              </a:lnSpc>
            </a:pPr>
            <a:r>
              <a:rPr lang="en-US"/>
              <a:t>Click to edit Master title style</a:t>
            </a:r>
          </a:p>
        </p:txBody>
      </p:sp>
      <p:sp>
        <p:nvSpPr>
          <p:cNvPr id="14" name="Text Placeholder 7">
            <a:extLst>
              <a:ext uri="{FF2B5EF4-FFF2-40B4-BE49-F238E27FC236}">
                <a16:creationId xmlns:a16="http://schemas.microsoft.com/office/drawing/2014/main" id="{D8512980-5413-4818-A8E0-9C1E76B5C8FB}"/>
              </a:ext>
            </a:extLst>
          </p:cNvPr>
          <p:cNvSpPr>
            <a:spLocks noGrp="1"/>
          </p:cNvSpPr>
          <p:nvPr>
            <p:ph type="body" sz="quarter" idx="16"/>
          </p:nvPr>
        </p:nvSpPr>
        <p:spPr>
          <a:xfrm>
            <a:off x="475488" y="3574126"/>
            <a:ext cx="8191874"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pic>
        <p:nvPicPr>
          <p:cNvPr id="6" name="Picture 5">
            <a:extLst>
              <a:ext uri="{FF2B5EF4-FFF2-40B4-BE49-F238E27FC236}">
                <a16:creationId xmlns:a16="http://schemas.microsoft.com/office/drawing/2014/main" id="{45ACAE51-2BEC-44E9-A6EF-60B2172FF6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329508692"/>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E_Section Divider Gree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0669A6-0264-47A5-9F14-FDCB47C56CA3}"/>
              </a:ext>
            </a:extLst>
          </p:cNvPr>
          <p:cNvSpPr>
            <a:spLocks noGrp="1"/>
          </p:cNvSpPr>
          <p:nvPr>
            <p:ph type="sldNum" sz="quarter" idx="11"/>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rgbClr val="FFFFFF"/>
                </a:solidFill>
              </a:defRPr>
            </a:lvl1pPr>
          </a:lstStyle>
          <a:p>
            <a:fld id="{3705743C-5002-4264-BBD1-F99B754DF5BE}" type="slidenum">
              <a:rPr lang="en-US" smtClean="0"/>
              <a:t>‹#›</a:t>
            </a:fld>
            <a:endParaRPr lang="en-US"/>
          </a:p>
        </p:txBody>
      </p:sp>
      <p:sp>
        <p:nvSpPr>
          <p:cNvPr id="10" name="Title 1">
            <a:extLst>
              <a:ext uri="{FF2B5EF4-FFF2-40B4-BE49-F238E27FC236}">
                <a16:creationId xmlns:a16="http://schemas.microsoft.com/office/drawing/2014/main" id="{53D28D4E-19E4-4A6F-838D-C95D7F775120}"/>
              </a:ext>
            </a:extLst>
          </p:cNvPr>
          <p:cNvSpPr>
            <a:spLocks noGrp="1"/>
          </p:cNvSpPr>
          <p:nvPr>
            <p:ph type="title"/>
          </p:nvPr>
        </p:nvSpPr>
        <p:spPr>
          <a:xfrm>
            <a:off x="475488" y="1738146"/>
            <a:ext cx="8191874" cy="1809726"/>
          </a:xfrm>
          <a:noFill/>
          <a:ln>
            <a:noFill/>
          </a:ln>
        </p:spPr>
        <p:txBody>
          <a:bodyPr spcFirstLastPara="1" vert="horz" wrap="square" lIns="0" tIns="182880" rIns="0" bIns="0" rtlCol="0" anchor="b" anchorCtr="0">
            <a:noAutofit/>
          </a:bodyPr>
          <a:lstStyle>
            <a:lvl1pPr>
              <a:defRPr lang="en-US" sz="4000" dirty="0">
                <a:solidFill>
                  <a:schemeClr val="bg1"/>
                </a:solidFill>
                <a:latin typeface="Inter ExtraBold" panose="02000503000000020004" pitchFamily="34" charset="0"/>
                <a:ea typeface="Inter ExtraBold" panose="02000503000000020004" pitchFamily="34" charset="0"/>
              </a:defRPr>
            </a:lvl1pPr>
          </a:lstStyle>
          <a:p>
            <a:pPr marL="0" lvl="0">
              <a:lnSpc>
                <a:spcPct val="100000"/>
              </a:lnSpc>
            </a:pPr>
            <a:r>
              <a:rPr lang="en-US"/>
              <a:t>Click to edit Master title style</a:t>
            </a:r>
          </a:p>
        </p:txBody>
      </p:sp>
      <p:sp>
        <p:nvSpPr>
          <p:cNvPr id="11" name="Text Placeholder 7">
            <a:extLst>
              <a:ext uri="{FF2B5EF4-FFF2-40B4-BE49-F238E27FC236}">
                <a16:creationId xmlns:a16="http://schemas.microsoft.com/office/drawing/2014/main" id="{6B288257-AAF7-453B-86A2-C0A9063973F9}"/>
              </a:ext>
            </a:extLst>
          </p:cNvPr>
          <p:cNvSpPr>
            <a:spLocks noGrp="1"/>
          </p:cNvSpPr>
          <p:nvPr>
            <p:ph type="body" sz="quarter" idx="16"/>
          </p:nvPr>
        </p:nvSpPr>
        <p:spPr>
          <a:xfrm>
            <a:off x="475488" y="3574126"/>
            <a:ext cx="8191874" cy="466477"/>
          </a:xfrm>
        </p:spPr>
        <p:txBody>
          <a:bodyPr anchor="t" anchorCtr="0"/>
          <a:lstStyle>
            <a:lvl1pPr marL="0" indent="0" algn="l">
              <a:buNone/>
              <a:defRPr sz="1800">
                <a:solidFill>
                  <a:schemeClr val="bg1"/>
                </a:solidFill>
                <a:latin typeface="Inter Medium" panose="02000503000000020004" pitchFamily="34" charset="0"/>
                <a:ea typeface="Inter Medium" panose="020005030000000200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pic>
        <p:nvPicPr>
          <p:cNvPr id="6" name="Picture 5">
            <a:extLst>
              <a:ext uri="{FF2B5EF4-FFF2-40B4-BE49-F238E27FC236}">
                <a16:creationId xmlns:a16="http://schemas.microsoft.com/office/drawing/2014/main" id="{A5757AC1-E4F0-40F2-9799-312C1ACF751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134600" y="6180264"/>
            <a:ext cx="1600200" cy="325966"/>
          </a:xfrm>
          <a:prstGeom prst="rect">
            <a:avLst/>
          </a:prstGeom>
        </p:spPr>
      </p:pic>
    </p:spTree>
    <p:extLst>
      <p:ext uri="{BB962C8B-B14F-4D97-AF65-F5344CB8AC3E}">
        <p14:creationId xmlns:p14="http://schemas.microsoft.com/office/powerpoint/2010/main" val="1857330681"/>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K_Ttl, Sub, Cont, 1 Lrg Photo ">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3FCB3B-BC41-4A72-AD03-21431CCE09E2}"/>
              </a:ext>
            </a:extLst>
          </p:cNvPr>
          <p:cNvPicPr>
            <a:picLocks noChangeAspect="1"/>
          </p:cNvPicPr>
          <p:nvPr/>
        </p:nvPicPr>
        <p:blipFill>
          <a:blip r:embed="rId2"/>
          <a:stretch>
            <a:fillRect/>
          </a:stretch>
        </p:blipFill>
        <p:spPr>
          <a:xfrm>
            <a:off x="0" y="6565392"/>
            <a:ext cx="12192000" cy="292608"/>
          </a:xfrm>
          <a:prstGeom prst="rect">
            <a:avLst/>
          </a:prstGeom>
        </p:spPr>
      </p:pic>
      <p:sp>
        <p:nvSpPr>
          <p:cNvPr id="16" name="Picture Placeholder">
            <a:extLst>
              <a:ext uri="{FF2B5EF4-FFF2-40B4-BE49-F238E27FC236}">
                <a16:creationId xmlns:a16="http://schemas.microsoft.com/office/drawing/2014/main" id="{D607F1AA-1642-499E-860F-D0C65470C94F}"/>
              </a:ext>
            </a:extLst>
          </p:cNvPr>
          <p:cNvSpPr>
            <a:spLocks noGrp="1"/>
          </p:cNvSpPr>
          <p:nvPr>
            <p:ph type="pic" idx="1"/>
          </p:nvPr>
        </p:nvSpPr>
        <p:spPr bwMode="gray">
          <a:xfrm>
            <a:off x="6326188" y="0"/>
            <a:ext cx="5865814" cy="6569765"/>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7" name="WBD logo">
            <a:extLst>
              <a:ext uri="{FF2B5EF4-FFF2-40B4-BE49-F238E27FC236}">
                <a16:creationId xmlns:a16="http://schemas.microsoft.com/office/drawing/2014/main" id="{D907E8DC-D76D-4AEE-9B28-07F1EE32BB2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
        <p:nvSpPr>
          <p:cNvPr id="8" name="Content Placeholder 7">
            <a:extLst>
              <a:ext uri="{FF2B5EF4-FFF2-40B4-BE49-F238E27FC236}">
                <a16:creationId xmlns:a16="http://schemas.microsoft.com/office/drawing/2014/main" id="{399820BB-0DCA-4FEB-81AB-4544034BA0AE}"/>
              </a:ext>
            </a:extLst>
          </p:cNvPr>
          <p:cNvSpPr>
            <a:spLocks noGrp="1"/>
          </p:cNvSpPr>
          <p:nvPr>
            <p:ph sz="quarter" idx="16"/>
          </p:nvPr>
        </p:nvSpPr>
        <p:spPr>
          <a:xfrm>
            <a:off x="457200" y="1562100"/>
            <a:ext cx="5632450"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5632704"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393192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1" name="Text Placeholder 9">
            <a:extLst>
              <a:ext uri="{FF2B5EF4-FFF2-40B4-BE49-F238E27FC236}">
                <a16:creationId xmlns:a16="http://schemas.microsoft.com/office/drawing/2014/main" id="{93CE1115-A02C-4605-9B2C-F37035691722}"/>
              </a:ext>
            </a:extLst>
          </p:cNvPr>
          <p:cNvSpPr>
            <a:spLocks noGrp="1"/>
          </p:cNvSpPr>
          <p:nvPr>
            <p:ph type="body" sz="quarter" idx="17" hasCustomPrompt="1"/>
          </p:nvPr>
        </p:nvSpPr>
        <p:spPr>
          <a:xfrm>
            <a:off x="457200" y="941832"/>
            <a:ext cx="5632450"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Tree>
    <p:extLst>
      <p:ext uri="{BB962C8B-B14F-4D97-AF65-F5344CB8AC3E}">
        <p14:creationId xmlns:p14="http://schemas.microsoft.com/office/powerpoint/2010/main" val="234718424"/>
      </p:ext>
    </p:extLst>
  </p:cSld>
  <p:clrMapOvr>
    <a:masterClrMapping/>
  </p:clrMapOvr>
  <p:transition>
    <p:fade/>
  </p:transition>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K_Ttl, Sub, Cont, 1 Photo ">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4EA90D6-9FF6-444B-B94F-DAF3700A2BAA}"/>
              </a:ext>
            </a:extLst>
          </p:cNvPr>
          <p:cNvPicPr>
            <a:picLocks noChangeAspect="1"/>
          </p:cNvPicPr>
          <p:nvPr/>
        </p:nvPicPr>
        <p:blipFill>
          <a:blip r:embed="rId2"/>
          <a:stretch>
            <a:fillRect/>
          </a:stretch>
        </p:blipFill>
        <p:spPr>
          <a:xfrm>
            <a:off x="0" y="6565392"/>
            <a:ext cx="12192000" cy="292608"/>
          </a:xfrm>
          <a:prstGeom prst="rect">
            <a:avLst/>
          </a:prstGeom>
        </p:spPr>
      </p:pic>
      <p:sp>
        <p:nvSpPr>
          <p:cNvPr id="16" name="Content Placeholder 7">
            <a:extLst>
              <a:ext uri="{FF2B5EF4-FFF2-40B4-BE49-F238E27FC236}">
                <a16:creationId xmlns:a16="http://schemas.microsoft.com/office/drawing/2014/main" id="{9DCDD7E3-F7C0-44FA-BFAC-53FFF7875C76}"/>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3">
            <a:extLst>
              <a:ext uri="{FF2B5EF4-FFF2-40B4-BE49-F238E27FC236}">
                <a16:creationId xmlns:a16="http://schemas.microsoft.com/office/drawing/2014/main" id="{60D29E3B-9686-4BBE-9219-B6B7D3F68B83}"/>
              </a:ext>
            </a:extLst>
          </p:cNvPr>
          <p:cNvSpPr>
            <a:spLocks noGrp="1"/>
          </p:cNvSpPr>
          <p:nvPr>
            <p:ph type="pic" idx="25"/>
          </p:nvPr>
        </p:nvSpPr>
        <p:spPr bwMode="gray">
          <a:xfrm>
            <a:off x="8214360" y="-1"/>
            <a:ext cx="3977640" cy="6569766"/>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2" name="Text Placeholder 9">
            <a:extLst>
              <a:ext uri="{FF2B5EF4-FFF2-40B4-BE49-F238E27FC236}">
                <a16:creationId xmlns:a16="http://schemas.microsoft.com/office/drawing/2014/main" id="{E4F9E743-EE86-464B-85AD-050B2F546659}"/>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1" name="WBD logo">
            <a:extLst>
              <a:ext uri="{FF2B5EF4-FFF2-40B4-BE49-F238E27FC236}">
                <a16:creationId xmlns:a16="http://schemas.microsoft.com/office/drawing/2014/main" id="{9F044DDC-3212-44FD-9565-5D19CABF749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2529352980"/>
      </p:ext>
    </p:extLst>
  </p:cSld>
  <p:clrMapOvr>
    <a:masterClrMapping/>
  </p:clrMapOvr>
  <p:transition>
    <p:fade/>
  </p:transition>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K_Ttl, Sub, Cont, 2 Photo ">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94CFC67-F05B-4DB8-AA62-024C58DC074F}"/>
              </a:ext>
            </a:extLst>
          </p:cNvPr>
          <p:cNvPicPr>
            <a:picLocks noChangeAspect="1"/>
          </p:cNvPicPr>
          <p:nvPr/>
        </p:nvPicPr>
        <p:blipFill>
          <a:blip r:embed="rId2"/>
          <a:stretch>
            <a:fillRect/>
          </a:stretch>
        </p:blipFill>
        <p:spPr>
          <a:xfrm>
            <a:off x="0" y="6565392"/>
            <a:ext cx="12192000" cy="292608"/>
          </a:xfrm>
          <a:prstGeom prst="rect">
            <a:avLst/>
          </a:prstGeom>
        </p:spPr>
      </p:pic>
      <p:sp>
        <p:nvSpPr>
          <p:cNvPr id="16" name="Picture Placeholder 3">
            <a:extLst>
              <a:ext uri="{FF2B5EF4-FFF2-40B4-BE49-F238E27FC236}">
                <a16:creationId xmlns:a16="http://schemas.microsoft.com/office/drawing/2014/main" id="{2B157BE7-CBA5-4FE7-810E-28EAA2D79E5C}"/>
              </a:ext>
            </a:extLst>
          </p:cNvPr>
          <p:cNvSpPr>
            <a:spLocks noGrp="1"/>
          </p:cNvSpPr>
          <p:nvPr>
            <p:ph type="pic" idx="26"/>
          </p:nvPr>
        </p:nvSpPr>
        <p:spPr bwMode="gray">
          <a:xfrm>
            <a:off x="8214360" y="3375204"/>
            <a:ext cx="3977640" cy="3196021"/>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9" name="Picture Placeholder 3">
            <a:extLst>
              <a:ext uri="{FF2B5EF4-FFF2-40B4-BE49-F238E27FC236}">
                <a16:creationId xmlns:a16="http://schemas.microsoft.com/office/drawing/2014/main" id="{ABC337CB-7C6C-4E2A-BD57-EBC5D7CAE813}"/>
              </a:ext>
            </a:extLst>
          </p:cNvPr>
          <p:cNvSpPr>
            <a:spLocks noGrp="1"/>
          </p:cNvSpPr>
          <p:nvPr>
            <p:ph type="pic" idx="22"/>
          </p:nvPr>
        </p:nvSpPr>
        <p:spPr bwMode="gray">
          <a:xfrm>
            <a:off x="8214360" y="0"/>
            <a:ext cx="3977640" cy="3256332"/>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7" name="Content Placeholder 7">
            <a:extLst>
              <a:ext uri="{FF2B5EF4-FFF2-40B4-BE49-F238E27FC236}">
                <a16:creationId xmlns:a16="http://schemas.microsoft.com/office/drawing/2014/main" id="{0488C98A-A1D0-494E-BDB7-ED2CBC373EA3}"/>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51B7D544-2DFF-4DE2-A618-590B9C14E82F}"/>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3" name="WBD logo">
            <a:extLst>
              <a:ext uri="{FF2B5EF4-FFF2-40B4-BE49-F238E27FC236}">
                <a16:creationId xmlns:a16="http://schemas.microsoft.com/office/drawing/2014/main" id="{E4266076-61BE-4AEA-A264-F020CE25669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2634069497"/>
      </p:ext>
    </p:extLst>
  </p:cSld>
  <p:clrMapOvr>
    <a:masterClrMapping/>
  </p:clrMapOvr>
  <p:transition>
    <p:fade/>
  </p:transition>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K_Ttl, Sub, Cont, 3 Photo ">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7CF1840-935B-4CF1-8870-3808998A2C08}"/>
              </a:ext>
            </a:extLst>
          </p:cNvPr>
          <p:cNvPicPr>
            <a:picLocks noChangeAspect="1"/>
          </p:cNvPicPr>
          <p:nvPr/>
        </p:nvPicPr>
        <p:blipFill>
          <a:blip r:embed="rId2"/>
          <a:stretch>
            <a:fillRect/>
          </a:stretch>
        </p:blipFill>
        <p:spPr>
          <a:xfrm>
            <a:off x="0" y="6565392"/>
            <a:ext cx="12192000" cy="292608"/>
          </a:xfrm>
          <a:prstGeom prst="rect">
            <a:avLst/>
          </a:prstGeom>
        </p:spPr>
      </p:pic>
      <p:sp>
        <p:nvSpPr>
          <p:cNvPr id="17" name="Picture Placeholder 3">
            <a:extLst>
              <a:ext uri="{FF2B5EF4-FFF2-40B4-BE49-F238E27FC236}">
                <a16:creationId xmlns:a16="http://schemas.microsoft.com/office/drawing/2014/main" id="{EB6643FE-82C7-41D6-8811-643C175F8B4A}"/>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3">
            <a:extLst>
              <a:ext uri="{FF2B5EF4-FFF2-40B4-BE49-F238E27FC236}">
                <a16:creationId xmlns:a16="http://schemas.microsoft.com/office/drawing/2014/main" id="{25F85FEA-6F35-44F3-AE7E-4ED5AB9549F2}"/>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1" name="Picture Placeholder 3">
            <a:extLst>
              <a:ext uri="{FF2B5EF4-FFF2-40B4-BE49-F238E27FC236}">
                <a16:creationId xmlns:a16="http://schemas.microsoft.com/office/drawing/2014/main" id="{4093F012-17EF-4A6D-92F9-25F6899834A6}"/>
              </a:ext>
            </a:extLst>
          </p:cNvPr>
          <p:cNvSpPr>
            <a:spLocks noGrp="1"/>
          </p:cNvSpPr>
          <p:nvPr>
            <p:ph type="pic" idx="28"/>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8" name="Content Placeholder 7">
            <a:extLst>
              <a:ext uri="{FF2B5EF4-FFF2-40B4-BE49-F238E27FC236}">
                <a16:creationId xmlns:a16="http://schemas.microsoft.com/office/drawing/2014/main" id="{94705653-CC2D-4C8B-A973-B4C8858B8830}"/>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A7A2E594-9F25-41E2-96A8-21D00C84D4FF}"/>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4" name="WBD logo">
            <a:extLst>
              <a:ext uri="{FF2B5EF4-FFF2-40B4-BE49-F238E27FC236}">
                <a16:creationId xmlns:a16="http://schemas.microsoft.com/office/drawing/2014/main" id="{90795350-8DF2-48BE-B63C-796B3C1996F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1862277155"/>
      </p:ext>
    </p:extLst>
  </p:cSld>
  <p:clrMapOvr>
    <a:masterClrMapping/>
  </p:clrMapOvr>
  <p:transition>
    <p:fade/>
  </p:transition>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K_Ttl, Sub, Cont, 4 Photo ">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D7312C1-07B8-4B91-ADEA-FE579ABBC8F1}"/>
              </a:ext>
            </a:extLst>
          </p:cNvPr>
          <p:cNvPicPr>
            <a:picLocks noChangeAspect="1"/>
          </p:cNvPicPr>
          <p:nvPr/>
        </p:nvPicPr>
        <p:blipFill>
          <a:blip r:embed="rId2"/>
          <a:stretch>
            <a:fillRect/>
          </a:stretch>
        </p:blipFill>
        <p:spPr>
          <a:xfrm>
            <a:off x="0" y="6565392"/>
            <a:ext cx="12192000" cy="292608"/>
          </a:xfrm>
          <a:prstGeom prst="rect">
            <a:avLst/>
          </a:prstGeom>
        </p:spPr>
      </p:pic>
      <p:sp>
        <p:nvSpPr>
          <p:cNvPr id="19" name="Picture Placeholder 3">
            <a:extLst>
              <a:ext uri="{FF2B5EF4-FFF2-40B4-BE49-F238E27FC236}">
                <a16:creationId xmlns:a16="http://schemas.microsoft.com/office/drawing/2014/main" id="{7224E74F-A5ED-49BF-8A2D-80FDB9A881FE}"/>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2" name="Picture Placeholder 3">
            <a:extLst>
              <a:ext uri="{FF2B5EF4-FFF2-40B4-BE49-F238E27FC236}">
                <a16:creationId xmlns:a16="http://schemas.microsoft.com/office/drawing/2014/main" id="{5BDA89AA-29EB-4628-9411-FFF54AC4D3E2}"/>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F9CC20BA-71A8-4678-8757-8D51C93DAA4B}"/>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72B16EB6-141E-4660-B661-2B8D9804C6E3}"/>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8" name="Content Placeholder 7">
            <a:extLst>
              <a:ext uri="{FF2B5EF4-FFF2-40B4-BE49-F238E27FC236}">
                <a16:creationId xmlns:a16="http://schemas.microsoft.com/office/drawing/2014/main" id="{D28B1C8C-0C30-4812-AEA2-5E34B5ACCC76}"/>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9">
            <a:extLst>
              <a:ext uri="{FF2B5EF4-FFF2-40B4-BE49-F238E27FC236}">
                <a16:creationId xmlns:a16="http://schemas.microsoft.com/office/drawing/2014/main" id="{7EECE764-1F5E-4AE0-8AAB-619E542D58C5}"/>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5" name="WBD logo">
            <a:extLst>
              <a:ext uri="{FF2B5EF4-FFF2-40B4-BE49-F238E27FC236}">
                <a16:creationId xmlns:a16="http://schemas.microsoft.com/office/drawing/2014/main" id="{6DE1E741-F7F1-400A-A463-AFBDC059D4A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4225735359"/>
      </p:ext>
    </p:extLst>
  </p:cSld>
  <p:clrMapOvr>
    <a:masterClrMapping/>
  </p:clrMapOvr>
  <p:transition>
    <p:fade/>
  </p:transition>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K_Ttl, Sub, Cont, 5 Photo ">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00E371C-F0DD-4A7C-B21C-FFBA75F04AF4}"/>
              </a:ext>
            </a:extLst>
          </p:cNvPr>
          <p:cNvPicPr>
            <a:picLocks noChangeAspect="1"/>
          </p:cNvPicPr>
          <p:nvPr/>
        </p:nvPicPr>
        <p:blipFill>
          <a:blip r:embed="rId2"/>
          <a:stretch>
            <a:fillRect/>
          </a:stretch>
        </p:blipFill>
        <p:spPr>
          <a:xfrm>
            <a:off x="0" y="6565392"/>
            <a:ext cx="12192000" cy="292608"/>
          </a:xfrm>
          <a:prstGeom prst="rect">
            <a:avLst/>
          </a:prstGeom>
        </p:spPr>
      </p:pic>
      <p:sp>
        <p:nvSpPr>
          <p:cNvPr id="20" name="Picture Placeholder 3">
            <a:extLst>
              <a:ext uri="{FF2B5EF4-FFF2-40B4-BE49-F238E27FC236}">
                <a16:creationId xmlns:a16="http://schemas.microsoft.com/office/drawing/2014/main" id="{926B42F6-ED2F-4189-9FC9-BF7AB1FCD0E0}"/>
              </a:ext>
            </a:extLst>
          </p:cNvPr>
          <p:cNvSpPr>
            <a:spLocks noGrp="1"/>
          </p:cNvSpPr>
          <p:nvPr>
            <p:ph type="pic" idx="28"/>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1" name="Picture Placeholder 3">
            <a:extLst>
              <a:ext uri="{FF2B5EF4-FFF2-40B4-BE49-F238E27FC236}">
                <a16:creationId xmlns:a16="http://schemas.microsoft.com/office/drawing/2014/main" id="{AE691C4A-18FF-443C-B62E-2C974AF27EF4}"/>
              </a:ext>
            </a:extLst>
          </p:cNvPr>
          <p:cNvSpPr>
            <a:spLocks noGrp="1"/>
          </p:cNvSpPr>
          <p:nvPr>
            <p:ph type="pic" idx="30"/>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3">
            <a:extLst>
              <a:ext uri="{FF2B5EF4-FFF2-40B4-BE49-F238E27FC236}">
                <a16:creationId xmlns:a16="http://schemas.microsoft.com/office/drawing/2014/main" id="{24DC49C2-6FA6-4ED2-AED1-56A7FC7A7604}"/>
              </a:ext>
            </a:extLst>
          </p:cNvPr>
          <p:cNvSpPr>
            <a:spLocks noGrp="1"/>
          </p:cNvSpPr>
          <p:nvPr>
            <p:ph type="pic" idx="29"/>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6" name="Picture Placeholder 3">
            <a:extLst>
              <a:ext uri="{FF2B5EF4-FFF2-40B4-BE49-F238E27FC236}">
                <a16:creationId xmlns:a16="http://schemas.microsoft.com/office/drawing/2014/main" id="{5CF97B0C-18CB-4036-B49E-8043D788637E}"/>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0E85198D-1F17-4238-9FF0-7B1C81248A5A}"/>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9" name="Content Placeholder 7">
            <a:extLst>
              <a:ext uri="{FF2B5EF4-FFF2-40B4-BE49-F238E27FC236}">
                <a16:creationId xmlns:a16="http://schemas.microsoft.com/office/drawing/2014/main" id="{D682A40C-7968-47A7-94D1-25E0869CCFD1}"/>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9F47E4C2-3515-4A4C-AC5B-D3388990A534}"/>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6" name="WBD logo">
            <a:extLst>
              <a:ext uri="{FF2B5EF4-FFF2-40B4-BE49-F238E27FC236}">
                <a16:creationId xmlns:a16="http://schemas.microsoft.com/office/drawing/2014/main" id="{F5B3C537-E796-4762-BC13-300B2E7D80D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1578460880"/>
      </p:ext>
    </p:extLst>
  </p:cSld>
  <p:clrMapOvr>
    <a:masterClrMapping/>
  </p:clrMapOvr>
  <p:transition>
    <p:fade/>
  </p:transition>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K_Ttl, Sub, Cont, 6 Photo ">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B82CEBA-F0B5-40D5-B061-ECE5EB0D16BA}"/>
              </a:ext>
            </a:extLst>
          </p:cNvPr>
          <p:cNvPicPr>
            <a:picLocks noChangeAspect="1"/>
          </p:cNvPicPr>
          <p:nvPr/>
        </p:nvPicPr>
        <p:blipFill>
          <a:blip r:embed="rId2"/>
          <a:stretch>
            <a:fillRect/>
          </a:stretch>
        </p:blipFill>
        <p:spPr>
          <a:xfrm>
            <a:off x="0" y="6565392"/>
            <a:ext cx="12192000" cy="292608"/>
          </a:xfrm>
          <a:prstGeom prst="rect">
            <a:avLst/>
          </a:prstGeom>
        </p:spPr>
      </p:pic>
      <p:sp>
        <p:nvSpPr>
          <p:cNvPr id="22" name="Picture Placeholder 3">
            <a:extLst>
              <a:ext uri="{FF2B5EF4-FFF2-40B4-BE49-F238E27FC236}">
                <a16:creationId xmlns:a16="http://schemas.microsoft.com/office/drawing/2014/main" id="{D25DAD70-610F-4F41-8F20-397614E03490}"/>
              </a:ext>
            </a:extLst>
          </p:cNvPr>
          <p:cNvSpPr>
            <a:spLocks noGrp="1"/>
          </p:cNvSpPr>
          <p:nvPr>
            <p:ph type="pic" idx="29"/>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1AC29787-FCB5-4E9F-A06B-E82B59C5186F}"/>
              </a:ext>
            </a:extLst>
          </p:cNvPr>
          <p:cNvSpPr>
            <a:spLocks noGrp="1"/>
          </p:cNvSpPr>
          <p:nvPr>
            <p:ph type="pic" idx="32"/>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D5861BE8-A4CB-47E4-8BC7-A164FD2C8926}"/>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a:extLst>
              <a:ext uri="{FF2B5EF4-FFF2-40B4-BE49-F238E27FC236}">
                <a16:creationId xmlns:a16="http://schemas.microsoft.com/office/drawing/2014/main" id="{B8CEEA6F-9C8B-4D7D-8601-9A18C2183ADC}"/>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3">
            <a:extLst>
              <a:ext uri="{FF2B5EF4-FFF2-40B4-BE49-F238E27FC236}">
                <a16:creationId xmlns:a16="http://schemas.microsoft.com/office/drawing/2014/main" id="{4AB09242-3CB7-4C98-A2E5-D491907AA978}"/>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0" name="Picture Placeholder 3">
            <a:extLst>
              <a:ext uri="{FF2B5EF4-FFF2-40B4-BE49-F238E27FC236}">
                <a16:creationId xmlns:a16="http://schemas.microsoft.com/office/drawing/2014/main" id="{0FEF8AD0-0079-45C7-8E71-D5B974FAD538}"/>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0" name="Content Placeholder 7">
            <a:extLst>
              <a:ext uri="{FF2B5EF4-FFF2-40B4-BE49-F238E27FC236}">
                <a16:creationId xmlns:a16="http://schemas.microsoft.com/office/drawing/2014/main" id="{5E117F9A-B55D-4CA8-A8FC-E63C2A63E920}"/>
              </a:ext>
            </a:extLst>
          </p:cNvPr>
          <p:cNvSpPr>
            <a:spLocks noGrp="1"/>
          </p:cNvSpPr>
          <p:nvPr>
            <p:ph sz="quarter" idx="16"/>
          </p:nvPr>
        </p:nvSpPr>
        <p:spPr>
          <a:xfrm>
            <a:off x="457200" y="1562100"/>
            <a:ext cx="7525512" cy="450056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9">
            <a:extLst>
              <a:ext uri="{FF2B5EF4-FFF2-40B4-BE49-F238E27FC236}">
                <a16:creationId xmlns:a16="http://schemas.microsoft.com/office/drawing/2014/main" id="{9CBB017C-ACF5-4A1B-B431-ED75BF5D8A78}"/>
              </a:ext>
            </a:extLst>
          </p:cNvPr>
          <p:cNvSpPr>
            <a:spLocks noGrp="1"/>
          </p:cNvSpPr>
          <p:nvPr>
            <p:ph type="body" sz="quarter" idx="1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7" name="WBD logo">
            <a:extLst>
              <a:ext uri="{FF2B5EF4-FFF2-40B4-BE49-F238E27FC236}">
                <a16:creationId xmlns:a16="http://schemas.microsoft.com/office/drawing/2014/main" id="{6E91A493-B691-41C8-A03D-3D36F27E626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2628351116"/>
      </p:ext>
    </p:extLst>
  </p:cSld>
  <p:clrMapOvr>
    <a:masterClrMapping/>
  </p:clrMapOvr>
  <p:transition>
    <p:fade/>
  </p:transition>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L_Ttl, Sub, Cont, Tkwy, 1 Lrg Photo ">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E3A2F69-DE12-483F-8F9E-5130FFC225FC}"/>
              </a:ext>
            </a:extLst>
          </p:cNvPr>
          <p:cNvPicPr>
            <a:picLocks noChangeAspect="1"/>
          </p:cNvPicPr>
          <p:nvPr/>
        </p:nvPicPr>
        <p:blipFill>
          <a:blip r:embed="rId2"/>
          <a:stretch>
            <a:fillRect/>
          </a:stretch>
        </p:blipFill>
        <p:spPr>
          <a:xfrm>
            <a:off x="0" y="6565392"/>
            <a:ext cx="12192000" cy="292608"/>
          </a:xfrm>
          <a:prstGeom prst="rect">
            <a:avLst/>
          </a:prstGeom>
        </p:spPr>
      </p:pic>
      <p:pic>
        <p:nvPicPr>
          <p:cNvPr id="3" name="Takeaway box png">
            <a:extLst>
              <a:ext uri="{FF2B5EF4-FFF2-40B4-BE49-F238E27FC236}">
                <a16:creationId xmlns:a16="http://schemas.microsoft.com/office/drawing/2014/main" id="{515DFFFF-1B06-49B0-AB54-EA9530B01B79}"/>
              </a:ext>
            </a:extLst>
          </p:cNvPr>
          <p:cNvPicPr>
            <a:picLocks noChangeAspect="1"/>
          </p:cNvPicPr>
          <p:nvPr/>
        </p:nvPicPr>
        <p:blipFill>
          <a:blip r:embed="rId3"/>
          <a:stretch>
            <a:fillRect/>
          </a:stretch>
        </p:blipFill>
        <p:spPr>
          <a:xfrm>
            <a:off x="457200" y="5527450"/>
            <a:ext cx="5627096" cy="597460"/>
          </a:xfrm>
          <a:prstGeom prst="rect">
            <a:avLst/>
          </a:prstGeom>
        </p:spPr>
      </p:pic>
      <p:sp>
        <p:nvSpPr>
          <p:cNvPr id="26" name="Takeaway text">
            <a:extLst>
              <a:ext uri="{FF2B5EF4-FFF2-40B4-BE49-F238E27FC236}">
                <a16:creationId xmlns:a16="http://schemas.microsoft.com/office/drawing/2014/main" id="{85E95868-F764-45FD-8525-794FE2B0E189}"/>
              </a:ext>
            </a:extLst>
          </p:cNvPr>
          <p:cNvSpPr>
            <a:spLocks noGrp="1"/>
          </p:cNvSpPr>
          <p:nvPr>
            <p:ph type="body" sz="quarter" idx="16"/>
          </p:nvPr>
        </p:nvSpPr>
        <p:spPr>
          <a:xfrm>
            <a:off x="585216" y="5532090"/>
            <a:ext cx="5391635" cy="594360"/>
          </a:xfrm>
        </p:spPr>
        <p:txBody>
          <a:bodyPr anchor="ctr" anchorCtr="0"/>
          <a:lstStyle>
            <a:lvl1pPr marL="0" marR="0" indent="0" algn="ctr" defTabSz="914400" rtl="0" eaLnBrk="1" latinLnBrk="0" hangingPunct="1">
              <a:lnSpc>
                <a:spcPct val="100000"/>
              </a:lnSpc>
              <a:spcBef>
                <a:spcPts val="600"/>
              </a:spcBef>
              <a:spcAft>
                <a:spcPts val="0"/>
              </a:spcAft>
              <a:buClr>
                <a:srgbClr val="3366FF"/>
              </a:buClr>
              <a:buFont typeface="Arial" panose="020B0604020202020204" pitchFamily="34" charset="0"/>
              <a:buNone/>
              <a:defRPr lang="en-US" sz="1800" b="0" i="0" u="none" strike="noStrike" kern="1200" cap="none" dirty="0">
                <a:solidFill>
                  <a:schemeClr val="bg1"/>
                </a:solidFill>
                <a:effectLst/>
                <a:latin typeface="+mj-lt"/>
                <a:ea typeface="Noto Sans" panose="020B0502040504020204" pitchFamily="34" charset="0"/>
                <a:cs typeface="Noto Sans" panose="020B0502040504020204" pitchFamily="34" charset="0"/>
                <a:sym typeface="Arial"/>
              </a:defRPr>
            </a:lvl1pPr>
          </a:lstStyle>
          <a:p>
            <a:pPr lvl="0"/>
            <a:r>
              <a:rPr lang="en-US"/>
              <a:t>Click to edit Master text styles</a:t>
            </a:r>
          </a:p>
        </p:txBody>
      </p:sp>
      <p:sp>
        <p:nvSpPr>
          <p:cNvPr id="16" name="Picture Placeholder">
            <a:extLst>
              <a:ext uri="{FF2B5EF4-FFF2-40B4-BE49-F238E27FC236}">
                <a16:creationId xmlns:a16="http://schemas.microsoft.com/office/drawing/2014/main" id="{D607F1AA-1642-499E-860F-D0C65470C94F}"/>
              </a:ext>
            </a:extLst>
          </p:cNvPr>
          <p:cNvSpPr>
            <a:spLocks noGrp="1"/>
          </p:cNvSpPr>
          <p:nvPr>
            <p:ph type="pic" idx="1"/>
          </p:nvPr>
        </p:nvSpPr>
        <p:spPr bwMode="gray">
          <a:xfrm>
            <a:off x="6326188" y="0"/>
            <a:ext cx="5865814" cy="6569765"/>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5632704"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393192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9" name="Content Placeholder 7">
            <a:extLst>
              <a:ext uri="{FF2B5EF4-FFF2-40B4-BE49-F238E27FC236}">
                <a16:creationId xmlns:a16="http://schemas.microsoft.com/office/drawing/2014/main" id="{4AF13238-F65D-4346-9E67-2FE2B842F438}"/>
              </a:ext>
            </a:extLst>
          </p:cNvPr>
          <p:cNvSpPr>
            <a:spLocks noGrp="1"/>
          </p:cNvSpPr>
          <p:nvPr>
            <p:ph sz="quarter" idx="17"/>
          </p:nvPr>
        </p:nvSpPr>
        <p:spPr>
          <a:xfrm>
            <a:off x="457200" y="1562101"/>
            <a:ext cx="5632450"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C3C6D668-B1DF-4B96-87E6-236D71DBBE4D}"/>
              </a:ext>
            </a:extLst>
          </p:cNvPr>
          <p:cNvSpPr>
            <a:spLocks noGrp="1"/>
          </p:cNvSpPr>
          <p:nvPr>
            <p:ph type="body" sz="quarter" idx="18" hasCustomPrompt="1"/>
          </p:nvPr>
        </p:nvSpPr>
        <p:spPr>
          <a:xfrm>
            <a:off x="457201" y="941832"/>
            <a:ext cx="5638800"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2" name="WBD logo">
            <a:extLst>
              <a:ext uri="{FF2B5EF4-FFF2-40B4-BE49-F238E27FC236}">
                <a16:creationId xmlns:a16="http://schemas.microsoft.com/office/drawing/2014/main" id="{21CA4901-F8D5-4F31-9964-EBE892D820F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2568863513"/>
      </p:ext>
    </p:extLst>
  </p:cSld>
  <p:clrMapOvr>
    <a:masterClrMapping/>
  </p:clrMapOvr>
  <p:transition>
    <p:fade/>
  </p:transition>
  <p:extLst>
    <p:ext uri="{DCECCB84-F9BA-43D5-87BE-67443E8EF086}">
      <p15:sldGuideLst xmlns:p15="http://schemas.microsoft.com/office/powerpoint/2012/main"/>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L_Ttl, Sub, Cont, Tkwy, 1 Photo ">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37B8B12-71DF-4463-B39B-838834B8E42A}"/>
              </a:ext>
            </a:extLst>
          </p:cNvPr>
          <p:cNvPicPr>
            <a:picLocks noChangeAspect="1"/>
          </p:cNvPicPr>
          <p:nvPr/>
        </p:nvPicPr>
        <p:blipFill>
          <a:blip r:embed="rId2"/>
          <a:stretch>
            <a:fillRect/>
          </a:stretch>
        </p:blipFill>
        <p:spPr>
          <a:xfrm>
            <a:off x="0" y="6565392"/>
            <a:ext cx="12192000" cy="292608"/>
          </a:xfrm>
          <a:prstGeom prst="rect">
            <a:avLst/>
          </a:prstGeom>
        </p:spPr>
      </p:pic>
      <p:pic>
        <p:nvPicPr>
          <p:cNvPr id="7" name="Takeaway box png">
            <a:extLst>
              <a:ext uri="{FF2B5EF4-FFF2-40B4-BE49-F238E27FC236}">
                <a16:creationId xmlns:a16="http://schemas.microsoft.com/office/drawing/2014/main" id="{84F725A6-4FCE-4897-8278-D0A37FCF65EE}"/>
              </a:ext>
            </a:extLst>
          </p:cNvPr>
          <p:cNvPicPr>
            <a:picLocks noChangeAspect="1"/>
          </p:cNvPicPr>
          <p:nvPr/>
        </p:nvPicPr>
        <p:blipFill>
          <a:blip r:embed="rId3"/>
          <a:stretch>
            <a:fillRect/>
          </a:stretch>
        </p:blipFill>
        <p:spPr>
          <a:xfrm>
            <a:off x="457200" y="5527450"/>
            <a:ext cx="7602371" cy="597460"/>
          </a:xfrm>
          <a:prstGeom prst="rect">
            <a:avLst/>
          </a:prstGeom>
        </p:spPr>
      </p:pic>
      <p:sp>
        <p:nvSpPr>
          <p:cNvPr id="19" name="Takeaway Text">
            <a:extLst>
              <a:ext uri="{FF2B5EF4-FFF2-40B4-BE49-F238E27FC236}">
                <a16:creationId xmlns:a16="http://schemas.microsoft.com/office/drawing/2014/main" id="{E77A6736-BCDC-4C14-ADA4-5F5DC0B5751B}"/>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sp>
        <p:nvSpPr>
          <p:cNvPr id="18" name="Content Placeholder 7">
            <a:extLst>
              <a:ext uri="{FF2B5EF4-FFF2-40B4-BE49-F238E27FC236}">
                <a16:creationId xmlns:a16="http://schemas.microsoft.com/office/drawing/2014/main" id="{851EA8FA-4538-4165-88A9-19BC6DF7D49D}"/>
              </a:ext>
            </a:extLst>
          </p:cNvPr>
          <p:cNvSpPr>
            <a:spLocks noGrp="1"/>
          </p:cNvSpPr>
          <p:nvPr>
            <p:ph sz="quarter" idx="17"/>
          </p:nvPr>
        </p:nvSpPr>
        <p:spPr>
          <a:xfrm>
            <a:off x="457200" y="1562101"/>
            <a:ext cx="7552944"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3">
            <a:extLst>
              <a:ext uri="{FF2B5EF4-FFF2-40B4-BE49-F238E27FC236}">
                <a16:creationId xmlns:a16="http://schemas.microsoft.com/office/drawing/2014/main" id="{60D29E3B-9686-4BBE-9219-B6B7D3F68B83}"/>
              </a:ext>
            </a:extLst>
          </p:cNvPr>
          <p:cNvSpPr>
            <a:spLocks noGrp="1"/>
          </p:cNvSpPr>
          <p:nvPr>
            <p:ph type="pic" idx="25"/>
          </p:nvPr>
        </p:nvSpPr>
        <p:spPr bwMode="gray">
          <a:xfrm>
            <a:off x="8214360" y="-1"/>
            <a:ext cx="3977640" cy="6569766"/>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3" name="Text Placeholder 9">
            <a:extLst>
              <a:ext uri="{FF2B5EF4-FFF2-40B4-BE49-F238E27FC236}">
                <a16:creationId xmlns:a16="http://schemas.microsoft.com/office/drawing/2014/main" id="{B89183EE-130B-445F-9D72-950976613E1C}"/>
              </a:ext>
            </a:extLst>
          </p:cNvPr>
          <p:cNvSpPr>
            <a:spLocks noGrp="1"/>
          </p:cNvSpPr>
          <p:nvPr>
            <p:ph type="body" sz="quarter" idx="26"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2" name="WBD logo">
            <a:extLst>
              <a:ext uri="{FF2B5EF4-FFF2-40B4-BE49-F238E27FC236}">
                <a16:creationId xmlns:a16="http://schemas.microsoft.com/office/drawing/2014/main" id="{F7F2D53B-42FB-46ED-A03B-88D9009578E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2494127526"/>
      </p:ext>
    </p:extLst>
  </p:cSld>
  <p:clrMapOvr>
    <a:masterClrMapping/>
  </p:clrMapOvr>
  <p:transition>
    <p:fade/>
  </p:transition>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L_Ttl, Sub, Cont, Tkwy, 2 Photo ">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D85C186-ED84-4865-969E-3A8DFDCBCAB0}"/>
              </a:ext>
            </a:extLst>
          </p:cNvPr>
          <p:cNvPicPr>
            <a:picLocks noChangeAspect="1"/>
          </p:cNvPicPr>
          <p:nvPr/>
        </p:nvPicPr>
        <p:blipFill>
          <a:blip r:embed="rId2"/>
          <a:stretch>
            <a:fillRect/>
          </a:stretch>
        </p:blipFill>
        <p:spPr>
          <a:xfrm>
            <a:off x="0" y="6565392"/>
            <a:ext cx="12192000" cy="292608"/>
          </a:xfrm>
          <a:prstGeom prst="rect">
            <a:avLst/>
          </a:prstGeom>
        </p:spPr>
      </p:pic>
      <p:sp>
        <p:nvSpPr>
          <p:cNvPr id="19" name="Picture Placeholder 3">
            <a:extLst>
              <a:ext uri="{FF2B5EF4-FFF2-40B4-BE49-F238E27FC236}">
                <a16:creationId xmlns:a16="http://schemas.microsoft.com/office/drawing/2014/main" id="{ABC337CB-7C6C-4E2A-BD57-EBC5D7CAE813}"/>
              </a:ext>
            </a:extLst>
          </p:cNvPr>
          <p:cNvSpPr>
            <a:spLocks noGrp="1"/>
          </p:cNvSpPr>
          <p:nvPr>
            <p:ph type="pic" idx="22"/>
          </p:nvPr>
        </p:nvSpPr>
        <p:spPr bwMode="gray">
          <a:xfrm>
            <a:off x="8214360" y="0"/>
            <a:ext cx="3977640" cy="3256332"/>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18" name="Content Placeholder 7">
            <a:extLst>
              <a:ext uri="{FF2B5EF4-FFF2-40B4-BE49-F238E27FC236}">
                <a16:creationId xmlns:a16="http://schemas.microsoft.com/office/drawing/2014/main" id="{30C5F863-A969-4CC9-8138-8BFEF0100E11}"/>
              </a:ext>
            </a:extLst>
          </p:cNvPr>
          <p:cNvSpPr>
            <a:spLocks noGrp="1"/>
          </p:cNvSpPr>
          <p:nvPr>
            <p:ph sz="quarter" idx="17"/>
          </p:nvPr>
        </p:nvSpPr>
        <p:spPr>
          <a:xfrm>
            <a:off x="457200" y="1562101"/>
            <a:ext cx="7552944"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6" name="Picture Placeholder 3">
            <a:extLst>
              <a:ext uri="{FF2B5EF4-FFF2-40B4-BE49-F238E27FC236}">
                <a16:creationId xmlns:a16="http://schemas.microsoft.com/office/drawing/2014/main" id="{2B157BE7-CBA5-4FE7-810E-28EAA2D79E5C}"/>
              </a:ext>
            </a:extLst>
          </p:cNvPr>
          <p:cNvSpPr>
            <a:spLocks noGrp="1"/>
          </p:cNvSpPr>
          <p:nvPr>
            <p:ph type="pic" idx="26"/>
          </p:nvPr>
        </p:nvSpPr>
        <p:spPr bwMode="gray">
          <a:xfrm>
            <a:off x="8214360" y="3375204"/>
            <a:ext cx="3977640" cy="3196021"/>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 name="Text Placeholder 9">
            <a:extLst>
              <a:ext uri="{FF2B5EF4-FFF2-40B4-BE49-F238E27FC236}">
                <a16:creationId xmlns:a16="http://schemas.microsoft.com/office/drawing/2014/main" id="{393F0DCA-3AED-4F62-ABAD-8B4AEFB7005E}"/>
              </a:ext>
            </a:extLst>
          </p:cNvPr>
          <p:cNvSpPr>
            <a:spLocks noGrp="1"/>
          </p:cNvSpPr>
          <p:nvPr>
            <p:ph type="body" sz="quarter" idx="27"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20" name="Takeaway box png">
            <a:extLst>
              <a:ext uri="{FF2B5EF4-FFF2-40B4-BE49-F238E27FC236}">
                <a16:creationId xmlns:a16="http://schemas.microsoft.com/office/drawing/2014/main" id="{56F092E7-087A-4F70-ACC1-C08EB8A4AEAC}"/>
              </a:ext>
            </a:extLst>
          </p:cNvPr>
          <p:cNvPicPr>
            <a:picLocks noChangeAspect="1"/>
          </p:cNvPicPr>
          <p:nvPr/>
        </p:nvPicPr>
        <p:blipFill>
          <a:blip r:embed="rId3"/>
          <a:stretch>
            <a:fillRect/>
          </a:stretch>
        </p:blipFill>
        <p:spPr>
          <a:xfrm>
            <a:off x="457200" y="5527450"/>
            <a:ext cx="7602371" cy="597460"/>
          </a:xfrm>
          <a:prstGeom prst="rect">
            <a:avLst/>
          </a:prstGeom>
        </p:spPr>
      </p:pic>
      <p:sp>
        <p:nvSpPr>
          <p:cNvPr id="21" name="Takeaway Text">
            <a:extLst>
              <a:ext uri="{FF2B5EF4-FFF2-40B4-BE49-F238E27FC236}">
                <a16:creationId xmlns:a16="http://schemas.microsoft.com/office/drawing/2014/main" id="{F25D0C93-C5EF-4CDA-944B-855C9FB413F8}"/>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5" name="WBD logo">
            <a:extLst>
              <a:ext uri="{FF2B5EF4-FFF2-40B4-BE49-F238E27FC236}">
                <a16:creationId xmlns:a16="http://schemas.microsoft.com/office/drawing/2014/main" id="{231EF7E1-7724-4708-9229-5CA8903DC26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312281348"/>
      </p:ext>
    </p:extLst>
  </p:cSld>
  <p:clrMapOvr>
    <a:masterClrMapping/>
  </p:clrMapOvr>
  <p:transition>
    <p:fade/>
  </p:transition>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L_Ttl, Sub, Cont, Tkwy, 3 Photo ">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64DCBC4-BE2D-4174-98E1-70F416B63F08}"/>
              </a:ext>
            </a:extLst>
          </p:cNvPr>
          <p:cNvPicPr>
            <a:picLocks noChangeAspect="1"/>
          </p:cNvPicPr>
          <p:nvPr/>
        </p:nvPicPr>
        <p:blipFill>
          <a:blip r:embed="rId2"/>
          <a:stretch>
            <a:fillRect/>
          </a:stretch>
        </p:blipFill>
        <p:spPr>
          <a:xfrm>
            <a:off x="0" y="6565392"/>
            <a:ext cx="12192000" cy="292608"/>
          </a:xfrm>
          <a:prstGeom prst="rect">
            <a:avLst/>
          </a:prstGeom>
        </p:spPr>
      </p:pic>
      <p:sp>
        <p:nvSpPr>
          <p:cNvPr id="17" name="Picture Placeholder 3">
            <a:extLst>
              <a:ext uri="{FF2B5EF4-FFF2-40B4-BE49-F238E27FC236}">
                <a16:creationId xmlns:a16="http://schemas.microsoft.com/office/drawing/2014/main" id="{EB6643FE-82C7-41D6-8811-643C175F8B4A}"/>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3">
            <a:extLst>
              <a:ext uri="{FF2B5EF4-FFF2-40B4-BE49-F238E27FC236}">
                <a16:creationId xmlns:a16="http://schemas.microsoft.com/office/drawing/2014/main" id="{25F85FEA-6F35-44F3-AE7E-4ED5AB9549F2}"/>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1" name="Picture Placeholder 3">
            <a:extLst>
              <a:ext uri="{FF2B5EF4-FFF2-40B4-BE49-F238E27FC236}">
                <a16:creationId xmlns:a16="http://schemas.microsoft.com/office/drawing/2014/main" id="{4093F012-17EF-4A6D-92F9-25F6899834A6}"/>
              </a:ext>
            </a:extLst>
          </p:cNvPr>
          <p:cNvSpPr>
            <a:spLocks noGrp="1"/>
          </p:cNvSpPr>
          <p:nvPr>
            <p:ph type="pic" idx="28"/>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3" name="Content Placeholder 7">
            <a:extLst>
              <a:ext uri="{FF2B5EF4-FFF2-40B4-BE49-F238E27FC236}">
                <a16:creationId xmlns:a16="http://schemas.microsoft.com/office/drawing/2014/main" id="{6E6500BD-10FF-4446-8E65-1ED8B17B1959}"/>
              </a:ext>
            </a:extLst>
          </p:cNvPr>
          <p:cNvSpPr>
            <a:spLocks noGrp="1"/>
          </p:cNvSpPr>
          <p:nvPr>
            <p:ph sz="quarter" idx="17"/>
          </p:nvPr>
        </p:nvSpPr>
        <p:spPr>
          <a:xfrm>
            <a:off x="457200" y="1562101"/>
            <a:ext cx="7552944"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2DC96A6F-1633-4C6F-AA95-FAEAEA999191}"/>
              </a:ext>
            </a:extLst>
          </p:cNvPr>
          <p:cNvSpPr>
            <a:spLocks noGrp="1"/>
          </p:cNvSpPr>
          <p:nvPr>
            <p:ph type="body" sz="quarter" idx="30"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9" name="Takeaway box png">
            <a:extLst>
              <a:ext uri="{FF2B5EF4-FFF2-40B4-BE49-F238E27FC236}">
                <a16:creationId xmlns:a16="http://schemas.microsoft.com/office/drawing/2014/main" id="{EAA51307-61A3-43AD-B9D1-3140BFBB4E98}"/>
              </a:ext>
            </a:extLst>
          </p:cNvPr>
          <p:cNvPicPr>
            <a:picLocks noChangeAspect="1"/>
          </p:cNvPicPr>
          <p:nvPr/>
        </p:nvPicPr>
        <p:blipFill>
          <a:blip r:embed="rId3"/>
          <a:stretch>
            <a:fillRect/>
          </a:stretch>
        </p:blipFill>
        <p:spPr>
          <a:xfrm>
            <a:off x="457200" y="5527450"/>
            <a:ext cx="7602371" cy="597460"/>
          </a:xfrm>
          <a:prstGeom prst="rect">
            <a:avLst/>
          </a:prstGeom>
        </p:spPr>
      </p:pic>
      <p:sp>
        <p:nvSpPr>
          <p:cNvPr id="22" name="Takeaway Text">
            <a:extLst>
              <a:ext uri="{FF2B5EF4-FFF2-40B4-BE49-F238E27FC236}">
                <a16:creationId xmlns:a16="http://schemas.microsoft.com/office/drawing/2014/main" id="{92338E34-3D6C-4330-9BD1-E765FDF1D476}"/>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6" name="WBD logo">
            <a:extLst>
              <a:ext uri="{FF2B5EF4-FFF2-40B4-BE49-F238E27FC236}">
                <a16:creationId xmlns:a16="http://schemas.microsoft.com/office/drawing/2014/main" id="{A3279F5B-B37C-43D4-B6EF-3BDFEAB7860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2469090224"/>
      </p:ext>
    </p:extLst>
  </p:cSld>
  <p:clrMapOvr>
    <a:masterClrMapping/>
  </p:clrMapOvr>
  <p:transition>
    <p:fade/>
  </p:transition>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L_Ttl, Sub, Cont, Tkwy, 4 Photo ">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232B1AF-B8C0-4975-9E29-2EA7C683C601}"/>
              </a:ext>
            </a:extLst>
          </p:cNvPr>
          <p:cNvPicPr>
            <a:picLocks noChangeAspect="1"/>
          </p:cNvPicPr>
          <p:nvPr/>
        </p:nvPicPr>
        <p:blipFill>
          <a:blip r:embed="rId2"/>
          <a:stretch>
            <a:fillRect/>
          </a:stretch>
        </p:blipFill>
        <p:spPr>
          <a:xfrm>
            <a:off x="0" y="6565392"/>
            <a:ext cx="12192000" cy="292608"/>
          </a:xfrm>
          <a:prstGeom prst="rect">
            <a:avLst/>
          </a:prstGeom>
        </p:spPr>
      </p:pic>
      <p:sp>
        <p:nvSpPr>
          <p:cNvPr id="19" name="Picture Placeholder 3">
            <a:extLst>
              <a:ext uri="{FF2B5EF4-FFF2-40B4-BE49-F238E27FC236}">
                <a16:creationId xmlns:a16="http://schemas.microsoft.com/office/drawing/2014/main" id="{7224E74F-A5ED-49BF-8A2D-80FDB9A881FE}"/>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2" name="Picture Placeholder 3">
            <a:extLst>
              <a:ext uri="{FF2B5EF4-FFF2-40B4-BE49-F238E27FC236}">
                <a16:creationId xmlns:a16="http://schemas.microsoft.com/office/drawing/2014/main" id="{5BDA89AA-29EB-4628-9411-FFF54AC4D3E2}"/>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F9CC20BA-71A8-4678-8757-8D51C93DAA4B}"/>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72B16EB6-141E-4660-B661-2B8D9804C6E3}"/>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5" name="Content Placeholder 7">
            <a:extLst>
              <a:ext uri="{FF2B5EF4-FFF2-40B4-BE49-F238E27FC236}">
                <a16:creationId xmlns:a16="http://schemas.microsoft.com/office/drawing/2014/main" id="{87C824F4-F2D5-436E-9A40-17F420616EB4}"/>
              </a:ext>
            </a:extLst>
          </p:cNvPr>
          <p:cNvSpPr>
            <a:spLocks noGrp="1"/>
          </p:cNvSpPr>
          <p:nvPr>
            <p:ph sz="quarter" idx="17"/>
          </p:nvPr>
        </p:nvSpPr>
        <p:spPr>
          <a:xfrm>
            <a:off x="457200" y="1562101"/>
            <a:ext cx="7552944"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9">
            <a:extLst>
              <a:ext uri="{FF2B5EF4-FFF2-40B4-BE49-F238E27FC236}">
                <a16:creationId xmlns:a16="http://schemas.microsoft.com/office/drawing/2014/main" id="{2186D5C1-F056-4058-ACDF-FF2EBCEFDDC9}"/>
              </a:ext>
            </a:extLst>
          </p:cNvPr>
          <p:cNvSpPr>
            <a:spLocks noGrp="1"/>
          </p:cNvSpPr>
          <p:nvPr>
            <p:ph type="body" sz="quarter" idx="31"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20" name="Takeaway box png">
            <a:extLst>
              <a:ext uri="{FF2B5EF4-FFF2-40B4-BE49-F238E27FC236}">
                <a16:creationId xmlns:a16="http://schemas.microsoft.com/office/drawing/2014/main" id="{A997DC8A-EB04-4CB5-B3D0-80F29D1AB43C}"/>
              </a:ext>
            </a:extLst>
          </p:cNvPr>
          <p:cNvPicPr>
            <a:picLocks noChangeAspect="1"/>
          </p:cNvPicPr>
          <p:nvPr/>
        </p:nvPicPr>
        <p:blipFill>
          <a:blip r:embed="rId3"/>
          <a:stretch>
            <a:fillRect/>
          </a:stretch>
        </p:blipFill>
        <p:spPr>
          <a:xfrm>
            <a:off x="457200" y="5527450"/>
            <a:ext cx="7602371" cy="597460"/>
          </a:xfrm>
          <a:prstGeom prst="rect">
            <a:avLst/>
          </a:prstGeom>
        </p:spPr>
      </p:pic>
      <p:sp>
        <p:nvSpPr>
          <p:cNvPr id="21" name="Takeaway Text">
            <a:extLst>
              <a:ext uri="{FF2B5EF4-FFF2-40B4-BE49-F238E27FC236}">
                <a16:creationId xmlns:a16="http://schemas.microsoft.com/office/drawing/2014/main" id="{F170115E-90F4-4C35-B9E2-A7BA574FC32C}"/>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7" name="WBD logo">
            <a:extLst>
              <a:ext uri="{FF2B5EF4-FFF2-40B4-BE49-F238E27FC236}">
                <a16:creationId xmlns:a16="http://schemas.microsoft.com/office/drawing/2014/main" id="{02C98423-74DE-4C80-9FF0-796B1D6D882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1731232706"/>
      </p:ext>
    </p:extLst>
  </p:cSld>
  <p:clrMapOvr>
    <a:masterClrMapping/>
  </p:clrMapOvr>
  <p:transition>
    <p:fade/>
  </p:transition>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L_Ttl, Sub, Cont, Tkwy, 5 Photo ">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A526957-F44F-4636-9596-5747A9483BA0}"/>
              </a:ext>
            </a:extLst>
          </p:cNvPr>
          <p:cNvPicPr>
            <a:picLocks noChangeAspect="1"/>
          </p:cNvPicPr>
          <p:nvPr/>
        </p:nvPicPr>
        <p:blipFill>
          <a:blip r:embed="rId2"/>
          <a:stretch>
            <a:fillRect/>
          </a:stretch>
        </p:blipFill>
        <p:spPr>
          <a:xfrm>
            <a:off x="0" y="6565392"/>
            <a:ext cx="12192000" cy="292608"/>
          </a:xfrm>
          <a:prstGeom prst="rect">
            <a:avLst/>
          </a:prstGeom>
        </p:spPr>
      </p:pic>
      <p:sp>
        <p:nvSpPr>
          <p:cNvPr id="20" name="Picture Placeholder 3">
            <a:extLst>
              <a:ext uri="{FF2B5EF4-FFF2-40B4-BE49-F238E27FC236}">
                <a16:creationId xmlns:a16="http://schemas.microsoft.com/office/drawing/2014/main" id="{926B42F6-ED2F-4189-9FC9-BF7AB1FCD0E0}"/>
              </a:ext>
            </a:extLst>
          </p:cNvPr>
          <p:cNvSpPr>
            <a:spLocks noGrp="1"/>
          </p:cNvSpPr>
          <p:nvPr>
            <p:ph type="pic" idx="28"/>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1" name="Picture Placeholder 3">
            <a:extLst>
              <a:ext uri="{FF2B5EF4-FFF2-40B4-BE49-F238E27FC236}">
                <a16:creationId xmlns:a16="http://schemas.microsoft.com/office/drawing/2014/main" id="{AE691C4A-18FF-443C-B62E-2C974AF27EF4}"/>
              </a:ext>
            </a:extLst>
          </p:cNvPr>
          <p:cNvSpPr>
            <a:spLocks noGrp="1"/>
          </p:cNvSpPr>
          <p:nvPr>
            <p:ph type="pic" idx="30"/>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3">
            <a:extLst>
              <a:ext uri="{FF2B5EF4-FFF2-40B4-BE49-F238E27FC236}">
                <a16:creationId xmlns:a16="http://schemas.microsoft.com/office/drawing/2014/main" id="{24DC49C2-6FA6-4ED2-AED1-56A7FC7A7604}"/>
              </a:ext>
            </a:extLst>
          </p:cNvPr>
          <p:cNvSpPr>
            <a:spLocks noGrp="1"/>
          </p:cNvSpPr>
          <p:nvPr>
            <p:ph type="pic" idx="29"/>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6" name="Picture Placeholder 3">
            <a:extLst>
              <a:ext uri="{FF2B5EF4-FFF2-40B4-BE49-F238E27FC236}">
                <a16:creationId xmlns:a16="http://schemas.microsoft.com/office/drawing/2014/main" id="{5CF97B0C-18CB-4036-B49E-8043D788637E}"/>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0E85198D-1F17-4238-9FF0-7B1C81248A5A}"/>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4" name="Content Placeholder 7">
            <a:extLst>
              <a:ext uri="{FF2B5EF4-FFF2-40B4-BE49-F238E27FC236}">
                <a16:creationId xmlns:a16="http://schemas.microsoft.com/office/drawing/2014/main" id="{4FFA8635-1C61-4A2B-875B-FA23D92CDB7D}"/>
              </a:ext>
            </a:extLst>
          </p:cNvPr>
          <p:cNvSpPr>
            <a:spLocks noGrp="1"/>
          </p:cNvSpPr>
          <p:nvPr>
            <p:ph sz="quarter" idx="17"/>
          </p:nvPr>
        </p:nvSpPr>
        <p:spPr>
          <a:xfrm>
            <a:off x="457200" y="1562101"/>
            <a:ext cx="7552944" cy="3869376"/>
          </a:xfrm>
        </p:spPr>
        <p:txBody>
          <a:bodyPr/>
          <a:lstStyle>
            <a:lvl1pPr>
              <a:defRPr>
                <a:solidFill>
                  <a:srgbClr val="4E4E4E"/>
                </a:solidFill>
                <a:latin typeface="+mn-lt"/>
              </a:defRPr>
            </a:lvl1pPr>
            <a:lvl2pPr>
              <a:defRPr>
                <a:solidFill>
                  <a:srgbClr val="4E4E4E"/>
                </a:solidFill>
                <a:latin typeface="+mn-lt"/>
              </a:defRPr>
            </a:lvl2pPr>
            <a:lvl3pPr>
              <a:defRPr>
                <a:solidFill>
                  <a:srgbClr val="4E4E4E"/>
                </a:solidFill>
                <a:latin typeface="+mn-lt"/>
              </a:defRPr>
            </a:lvl3pPr>
            <a:lvl4pPr>
              <a:defRPr>
                <a:solidFill>
                  <a:srgbClr val="4E4E4E"/>
                </a:solidFill>
                <a:latin typeface="+mn-lt"/>
              </a:defRPr>
            </a:lvl4pPr>
            <a:lvl5pPr>
              <a:defRPr>
                <a:solidFill>
                  <a:srgbClr val="4E4E4E"/>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9">
            <a:extLst>
              <a:ext uri="{FF2B5EF4-FFF2-40B4-BE49-F238E27FC236}">
                <a16:creationId xmlns:a16="http://schemas.microsoft.com/office/drawing/2014/main" id="{5AC41D40-C8E4-40D5-A23A-4260514E82C6}"/>
              </a:ext>
            </a:extLst>
          </p:cNvPr>
          <p:cNvSpPr>
            <a:spLocks noGrp="1"/>
          </p:cNvSpPr>
          <p:nvPr>
            <p:ph type="body" sz="quarter" idx="32"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22" name="Takeaway box png">
            <a:extLst>
              <a:ext uri="{FF2B5EF4-FFF2-40B4-BE49-F238E27FC236}">
                <a16:creationId xmlns:a16="http://schemas.microsoft.com/office/drawing/2014/main" id="{1E1E85E4-523C-420F-8687-416466D3E335}"/>
              </a:ext>
            </a:extLst>
          </p:cNvPr>
          <p:cNvPicPr>
            <a:picLocks noChangeAspect="1"/>
          </p:cNvPicPr>
          <p:nvPr/>
        </p:nvPicPr>
        <p:blipFill>
          <a:blip r:embed="rId3"/>
          <a:stretch>
            <a:fillRect/>
          </a:stretch>
        </p:blipFill>
        <p:spPr>
          <a:xfrm>
            <a:off x="457200" y="5527450"/>
            <a:ext cx="7602371" cy="597460"/>
          </a:xfrm>
          <a:prstGeom prst="rect">
            <a:avLst/>
          </a:prstGeom>
        </p:spPr>
      </p:pic>
      <p:sp>
        <p:nvSpPr>
          <p:cNvPr id="23" name="Takeaway Text">
            <a:extLst>
              <a:ext uri="{FF2B5EF4-FFF2-40B4-BE49-F238E27FC236}">
                <a16:creationId xmlns:a16="http://schemas.microsoft.com/office/drawing/2014/main" id="{244E0750-6D84-47B8-89C8-8DD736B2DCEC}"/>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8" name="WBD logo">
            <a:extLst>
              <a:ext uri="{FF2B5EF4-FFF2-40B4-BE49-F238E27FC236}">
                <a16:creationId xmlns:a16="http://schemas.microsoft.com/office/drawing/2014/main" id="{45D5F8DC-5435-44AE-B9CC-3A025642906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1228769937"/>
      </p:ext>
    </p:extLst>
  </p:cSld>
  <p:clrMapOvr>
    <a:masterClrMapping/>
  </p:clrMapOvr>
  <p:transition>
    <p:fade/>
  </p:transition>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L_Ttl, Sub, Cont, Tkwy, 6 Photo ">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A48DAA8-4E6B-4FDA-A4CF-20B7579011C9}"/>
              </a:ext>
            </a:extLst>
          </p:cNvPr>
          <p:cNvPicPr>
            <a:picLocks noChangeAspect="1"/>
          </p:cNvPicPr>
          <p:nvPr/>
        </p:nvPicPr>
        <p:blipFill>
          <a:blip r:embed="rId2"/>
          <a:stretch>
            <a:fillRect/>
          </a:stretch>
        </p:blipFill>
        <p:spPr>
          <a:xfrm>
            <a:off x="0" y="6565392"/>
            <a:ext cx="12192000" cy="292608"/>
          </a:xfrm>
          <a:prstGeom prst="rect">
            <a:avLst/>
          </a:prstGeom>
        </p:spPr>
      </p:pic>
      <p:sp>
        <p:nvSpPr>
          <p:cNvPr id="24" name="Picture Placeholder 3">
            <a:extLst>
              <a:ext uri="{FF2B5EF4-FFF2-40B4-BE49-F238E27FC236}">
                <a16:creationId xmlns:a16="http://schemas.microsoft.com/office/drawing/2014/main" id="{D5861BE8-A4CB-47E4-8BC7-A164FD2C8926}"/>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a:extLst>
              <a:ext uri="{FF2B5EF4-FFF2-40B4-BE49-F238E27FC236}">
                <a16:creationId xmlns:a16="http://schemas.microsoft.com/office/drawing/2014/main" id="{B8CEEA6F-9C8B-4D7D-8601-9A18C2183ADC}"/>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3">
            <a:extLst>
              <a:ext uri="{FF2B5EF4-FFF2-40B4-BE49-F238E27FC236}">
                <a16:creationId xmlns:a16="http://schemas.microsoft.com/office/drawing/2014/main" id="{4AB09242-3CB7-4C98-A2E5-D491907AA978}"/>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0" name="Picture Placeholder 3">
            <a:extLst>
              <a:ext uri="{FF2B5EF4-FFF2-40B4-BE49-F238E27FC236}">
                <a16:creationId xmlns:a16="http://schemas.microsoft.com/office/drawing/2014/main" id="{0FEF8AD0-0079-45C7-8E71-D5B974FAD538}"/>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525512" cy="585216"/>
          </a:xfrm>
          <a:noFill/>
          <a:ln>
            <a:noFill/>
          </a:ln>
        </p:spPr>
        <p:txBody>
          <a:bodyPr spcFirstLastPara="1" vert="horz" wrap="square" lIns="0" tIns="0" rIns="0" bIns="0" rtlCol="0" anchor="b" anchorCtr="0">
            <a:no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852160" cy="173736"/>
          </a:xfrm>
        </p:spPr>
        <p:txBody>
          <a:bodyPr lIns="0" rIns="0" bIns="0" anchor="b" anchorCtr="0"/>
          <a:lstStyle>
            <a:lvl1pPr>
              <a:defRPr lang="en-US" dirty="0">
                <a:latin typeface="+mn-lt"/>
              </a:defRPr>
            </a:lvl1pPr>
          </a:lstStyle>
          <a:p>
            <a:endParaRPr lang="en-US"/>
          </a:p>
        </p:txBody>
      </p:sp>
      <p:sp>
        <p:nvSpPr>
          <p:cNvPr id="26" name="Content Placeholder 7">
            <a:extLst>
              <a:ext uri="{FF2B5EF4-FFF2-40B4-BE49-F238E27FC236}">
                <a16:creationId xmlns:a16="http://schemas.microsoft.com/office/drawing/2014/main" id="{B52A98A5-4F88-4747-9255-353859714B94}"/>
              </a:ext>
            </a:extLst>
          </p:cNvPr>
          <p:cNvSpPr>
            <a:spLocks noGrp="1"/>
          </p:cNvSpPr>
          <p:nvPr>
            <p:ph sz="quarter" idx="17"/>
          </p:nvPr>
        </p:nvSpPr>
        <p:spPr>
          <a:xfrm>
            <a:off x="457200" y="1562101"/>
            <a:ext cx="7552944" cy="386937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2" name="Picture Placeholder 3">
            <a:extLst>
              <a:ext uri="{FF2B5EF4-FFF2-40B4-BE49-F238E27FC236}">
                <a16:creationId xmlns:a16="http://schemas.microsoft.com/office/drawing/2014/main" id="{D25DAD70-610F-4F41-8F20-397614E03490}"/>
              </a:ext>
            </a:extLst>
          </p:cNvPr>
          <p:cNvSpPr>
            <a:spLocks noGrp="1"/>
          </p:cNvSpPr>
          <p:nvPr>
            <p:ph type="pic" idx="29"/>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1AC29787-FCB5-4E9F-A06B-E82B59C5186F}"/>
              </a:ext>
            </a:extLst>
          </p:cNvPr>
          <p:cNvSpPr>
            <a:spLocks noGrp="1"/>
          </p:cNvSpPr>
          <p:nvPr>
            <p:ph type="pic" idx="32"/>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7" name="Text Placeholder 9">
            <a:extLst>
              <a:ext uri="{FF2B5EF4-FFF2-40B4-BE49-F238E27FC236}">
                <a16:creationId xmlns:a16="http://schemas.microsoft.com/office/drawing/2014/main" id="{3CF956DD-FB86-484B-816C-C713C848916C}"/>
              </a:ext>
            </a:extLst>
          </p:cNvPr>
          <p:cNvSpPr>
            <a:spLocks noGrp="1"/>
          </p:cNvSpPr>
          <p:nvPr>
            <p:ph type="body" sz="quarter" idx="33" hasCustomPrompt="1"/>
          </p:nvPr>
        </p:nvSpPr>
        <p:spPr>
          <a:xfrm>
            <a:off x="457201" y="941832"/>
            <a:ext cx="7552944"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21" name="Takeaway box png">
            <a:extLst>
              <a:ext uri="{FF2B5EF4-FFF2-40B4-BE49-F238E27FC236}">
                <a16:creationId xmlns:a16="http://schemas.microsoft.com/office/drawing/2014/main" id="{37187B0B-1B91-48A1-9ED4-DB6059553652}"/>
              </a:ext>
            </a:extLst>
          </p:cNvPr>
          <p:cNvPicPr>
            <a:picLocks noChangeAspect="1"/>
          </p:cNvPicPr>
          <p:nvPr/>
        </p:nvPicPr>
        <p:blipFill>
          <a:blip r:embed="rId3"/>
          <a:stretch>
            <a:fillRect/>
          </a:stretch>
        </p:blipFill>
        <p:spPr>
          <a:xfrm>
            <a:off x="457200" y="5527450"/>
            <a:ext cx="7602371" cy="597460"/>
          </a:xfrm>
          <a:prstGeom prst="rect">
            <a:avLst/>
          </a:prstGeom>
        </p:spPr>
      </p:pic>
      <p:sp>
        <p:nvSpPr>
          <p:cNvPr id="25" name="Takeaway Text">
            <a:extLst>
              <a:ext uri="{FF2B5EF4-FFF2-40B4-BE49-F238E27FC236}">
                <a16:creationId xmlns:a16="http://schemas.microsoft.com/office/drawing/2014/main" id="{F422A2B3-DD47-47A5-868F-C40A8593FBF0}"/>
              </a:ext>
            </a:extLst>
          </p:cNvPr>
          <p:cNvSpPr>
            <a:spLocks noGrp="1"/>
          </p:cNvSpPr>
          <p:nvPr>
            <p:ph type="body" sz="quarter" idx="16" hasCustomPrompt="1"/>
          </p:nvPr>
        </p:nvSpPr>
        <p:spPr>
          <a:xfrm>
            <a:off x="521208" y="5532090"/>
            <a:ext cx="745116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9" name="WBD logo">
            <a:extLst>
              <a:ext uri="{FF2B5EF4-FFF2-40B4-BE49-F238E27FC236}">
                <a16:creationId xmlns:a16="http://schemas.microsoft.com/office/drawing/2014/main" id="{2B5218F6-390B-47E1-A429-F49B4A2791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59818" y="6181344"/>
            <a:ext cx="1596382" cy="325189"/>
          </a:xfrm>
          <a:prstGeom prst="rect">
            <a:avLst/>
          </a:prstGeom>
        </p:spPr>
      </p:pic>
    </p:spTree>
    <p:extLst>
      <p:ext uri="{BB962C8B-B14F-4D97-AF65-F5344CB8AC3E}">
        <p14:creationId xmlns:p14="http://schemas.microsoft.com/office/powerpoint/2010/main" val="888045875"/>
      </p:ext>
    </p:extLst>
  </p:cSld>
  <p:clrMapOvr>
    <a:masterClrMapping/>
  </p:clrMapOvr>
  <p:transition>
    <p:fade/>
  </p:transition>
  <p:extLst>
    <p:ext uri="{DCECCB84-F9BA-43D5-87BE-67443E8EF086}">
      <p15:sldGuideLst xmlns:p15="http://schemas.microsoft.com/office/powerpoint/2012/main"/>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M_Ttl, Sub, Cont, 1 Lrg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CC6478-5A94-430B-9657-B9C090E5AF38}"/>
              </a:ext>
            </a:extLst>
          </p:cNvPr>
          <p:cNvPicPr>
            <a:picLocks noChangeAspect="1"/>
          </p:cNvPicPr>
          <p:nvPr/>
        </p:nvPicPr>
        <p:blipFill>
          <a:blip r:embed="rId2"/>
          <a:stretch>
            <a:fillRect/>
          </a:stretch>
        </p:blipFill>
        <p:spPr>
          <a:xfrm>
            <a:off x="0" y="0"/>
            <a:ext cx="6217920" cy="6858000"/>
          </a:xfrm>
          <a:prstGeom prst="rect">
            <a:avLst/>
          </a:prstGeom>
        </p:spPr>
      </p:pic>
      <p:pic>
        <p:nvPicPr>
          <p:cNvPr id="17" name="Picture 16">
            <a:extLst>
              <a:ext uri="{FF2B5EF4-FFF2-40B4-BE49-F238E27FC236}">
                <a16:creationId xmlns:a16="http://schemas.microsoft.com/office/drawing/2014/main" id="{C8BD5C34-DC85-428A-835A-BF9E2302C5ED}"/>
              </a:ext>
            </a:extLst>
          </p:cNvPr>
          <p:cNvPicPr>
            <a:picLocks noChangeAspect="1"/>
          </p:cNvPicPr>
          <p:nvPr/>
        </p:nvPicPr>
        <p:blipFill>
          <a:blip r:embed="rId3"/>
          <a:stretch>
            <a:fillRect/>
          </a:stretch>
        </p:blipFill>
        <p:spPr>
          <a:xfrm>
            <a:off x="0" y="6565392"/>
            <a:ext cx="12192000" cy="292608"/>
          </a:xfrm>
          <a:prstGeom prst="rect">
            <a:avLst/>
          </a:prstGeom>
        </p:spPr>
      </p:pic>
      <p:sp>
        <p:nvSpPr>
          <p:cNvPr id="8" name="Content Placeholder 7">
            <a:extLst>
              <a:ext uri="{FF2B5EF4-FFF2-40B4-BE49-F238E27FC236}">
                <a16:creationId xmlns:a16="http://schemas.microsoft.com/office/drawing/2014/main" id="{58E1CF03-D274-4A0D-8C62-3DA6DB7F69A8}"/>
              </a:ext>
            </a:extLst>
          </p:cNvPr>
          <p:cNvSpPr>
            <a:spLocks noGrp="1"/>
          </p:cNvSpPr>
          <p:nvPr>
            <p:ph sz="quarter" idx="16"/>
          </p:nvPr>
        </p:nvSpPr>
        <p:spPr>
          <a:xfrm>
            <a:off x="457200" y="1562100"/>
            <a:ext cx="5486400" cy="4495800"/>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5486400" cy="585216"/>
          </a:xfrm>
        </p:spPr>
        <p:txBody>
          <a:bodyPr/>
          <a:lstStyle>
            <a:lvl1pPr>
              <a:defRPr>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37490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1" name="Text Placeholder 9">
            <a:extLst>
              <a:ext uri="{FF2B5EF4-FFF2-40B4-BE49-F238E27FC236}">
                <a16:creationId xmlns:a16="http://schemas.microsoft.com/office/drawing/2014/main" id="{15B79AB3-61AF-4606-ADFA-1AAB494648A6}"/>
              </a:ext>
            </a:extLst>
          </p:cNvPr>
          <p:cNvSpPr>
            <a:spLocks noGrp="1"/>
          </p:cNvSpPr>
          <p:nvPr>
            <p:ph type="body" sz="quarter" idx="17" hasCustomPrompt="1"/>
          </p:nvPr>
        </p:nvSpPr>
        <p:spPr>
          <a:xfrm>
            <a:off x="457201" y="941832"/>
            <a:ext cx="54864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18" name="Picture Placeholder">
            <a:extLst>
              <a:ext uri="{FF2B5EF4-FFF2-40B4-BE49-F238E27FC236}">
                <a16:creationId xmlns:a16="http://schemas.microsoft.com/office/drawing/2014/main" id="{C6A9E966-E052-4AEE-B1EB-24E3AF58EB14}"/>
              </a:ext>
            </a:extLst>
          </p:cNvPr>
          <p:cNvSpPr>
            <a:spLocks noGrp="1"/>
          </p:cNvSpPr>
          <p:nvPr>
            <p:ph type="pic" idx="1"/>
          </p:nvPr>
        </p:nvSpPr>
        <p:spPr bwMode="gray">
          <a:xfrm>
            <a:off x="6326188" y="0"/>
            <a:ext cx="5865814" cy="6569765"/>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20" name="WBD logo">
            <a:extLst>
              <a:ext uri="{FF2B5EF4-FFF2-40B4-BE49-F238E27FC236}">
                <a16:creationId xmlns:a16="http://schemas.microsoft.com/office/drawing/2014/main" id="{79A2726D-C46E-4EBF-BB29-9FBF5B5D6C7C}"/>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461296" y="6181645"/>
            <a:ext cx="1600200" cy="324586"/>
          </a:xfrm>
          <a:prstGeom prst="rect">
            <a:avLst/>
          </a:prstGeom>
        </p:spPr>
      </p:pic>
    </p:spTree>
    <p:extLst>
      <p:ext uri="{BB962C8B-B14F-4D97-AF65-F5344CB8AC3E}">
        <p14:creationId xmlns:p14="http://schemas.microsoft.com/office/powerpoint/2010/main" val="4011475870"/>
      </p:ext>
    </p:extLst>
  </p:cSld>
  <p:clrMapOvr>
    <a:masterClrMapping/>
  </p:clrMapOvr>
  <p:transition>
    <p:fade/>
  </p:transition>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M_Ttl, Sub, Cont, 1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E4A087-7413-47E2-BF26-DBC21E53BFD4}"/>
              </a:ext>
            </a:extLst>
          </p:cNvPr>
          <p:cNvPicPr>
            <a:picLocks noChangeAspect="1"/>
          </p:cNvPicPr>
          <p:nvPr/>
        </p:nvPicPr>
        <p:blipFill>
          <a:blip r:embed="rId2"/>
          <a:stretch>
            <a:fillRect/>
          </a:stretch>
        </p:blipFill>
        <p:spPr>
          <a:xfrm>
            <a:off x="0" y="0"/>
            <a:ext cx="8113776" cy="6858000"/>
          </a:xfrm>
          <a:prstGeom prst="rect">
            <a:avLst/>
          </a:prstGeom>
        </p:spPr>
      </p:pic>
      <p:pic>
        <p:nvPicPr>
          <p:cNvPr id="17" name="Picture 16">
            <a:extLst>
              <a:ext uri="{FF2B5EF4-FFF2-40B4-BE49-F238E27FC236}">
                <a16:creationId xmlns:a16="http://schemas.microsoft.com/office/drawing/2014/main" id="{8E417536-DB31-4863-B81E-C44A0CBCBF7A}"/>
              </a:ext>
            </a:extLst>
          </p:cNvPr>
          <p:cNvPicPr>
            <a:picLocks noChangeAspect="1"/>
          </p:cNvPicPr>
          <p:nvPr/>
        </p:nvPicPr>
        <p:blipFill>
          <a:blip r:embed="rId3"/>
          <a:stretch>
            <a:fillRect/>
          </a:stretch>
        </p:blipFill>
        <p:spPr>
          <a:xfrm>
            <a:off x="0" y="6565392"/>
            <a:ext cx="12192000" cy="292608"/>
          </a:xfrm>
          <a:prstGeom prst="rect">
            <a:avLst/>
          </a:prstGeom>
        </p:spPr>
      </p:pic>
      <p:sp>
        <p:nvSpPr>
          <p:cNvPr id="8" name="Content Placeholder 7">
            <a:extLst>
              <a:ext uri="{FF2B5EF4-FFF2-40B4-BE49-F238E27FC236}">
                <a16:creationId xmlns:a16="http://schemas.microsoft.com/office/drawing/2014/main" id="{631F6789-9997-455F-B4A0-6BF2D98D88D7}"/>
              </a:ext>
            </a:extLst>
          </p:cNvPr>
          <p:cNvSpPr>
            <a:spLocks noGrp="1"/>
          </p:cNvSpPr>
          <p:nvPr>
            <p:ph sz="quarter" idx="26"/>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3" name="Text Placeholder 9">
            <a:extLst>
              <a:ext uri="{FF2B5EF4-FFF2-40B4-BE49-F238E27FC236}">
                <a16:creationId xmlns:a16="http://schemas.microsoft.com/office/drawing/2014/main" id="{43664234-06D5-4AD3-B92A-8EDC12C38A81}"/>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16" name="Picture Placeholder 3">
            <a:extLst>
              <a:ext uri="{FF2B5EF4-FFF2-40B4-BE49-F238E27FC236}">
                <a16:creationId xmlns:a16="http://schemas.microsoft.com/office/drawing/2014/main" id="{E7DDBA59-7DF9-417C-93F9-C1B889DA3A75}"/>
              </a:ext>
            </a:extLst>
          </p:cNvPr>
          <p:cNvSpPr>
            <a:spLocks noGrp="1"/>
          </p:cNvSpPr>
          <p:nvPr>
            <p:ph type="pic" idx="25"/>
          </p:nvPr>
        </p:nvSpPr>
        <p:spPr bwMode="gray">
          <a:xfrm>
            <a:off x="8214360" y="-1"/>
            <a:ext cx="3977640" cy="6569766"/>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9" name="WBD logo">
            <a:extLst>
              <a:ext uri="{FF2B5EF4-FFF2-40B4-BE49-F238E27FC236}">
                <a16:creationId xmlns:a16="http://schemas.microsoft.com/office/drawing/2014/main" id="{265323B3-FAB1-426D-B2D6-EB7E1D5CA3A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620530516"/>
      </p:ext>
    </p:extLst>
  </p:cSld>
  <p:clrMapOvr>
    <a:masterClrMapping/>
  </p:clrMapOvr>
  <p:transition>
    <p:fade/>
  </p:transition>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M_Ttl, Sub, Cont, 2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2F33D8-EBD7-4404-99F5-E7119A8D604B}"/>
              </a:ext>
            </a:extLst>
          </p:cNvPr>
          <p:cNvPicPr>
            <a:picLocks noChangeAspect="1"/>
          </p:cNvPicPr>
          <p:nvPr/>
        </p:nvPicPr>
        <p:blipFill>
          <a:blip r:embed="rId2"/>
          <a:stretch>
            <a:fillRect/>
          </a:stretch>
        </p:blipFill>
        <p:spPr>
          <a:xfrm>
            <a:off x="0" y="0"/>
            <a:ext cx="8113776" cy="6858000"/>
          </a:xfrm>
          <a:prstGeom prst="rect">
            <a:avLst/>
          </a:prstGeom>
        </p:spPr>
      </p:pic>
      <p:pic>
        <p:nvPicPr>
          <p:cNvPr id="21" name="Picture 20">
            <a:extLst>
              <a:ext uri="{FF2B5EF4-FFF2-40B4-BE49-F238E27FC236}">
                <a16:creationId xmlns:a16="http://schemas.microsoft.com/office/drawing/2014/main" id="{6A9D6637-8AC1-4367-B0A9-1B84C4C7BAEB}"/>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8" name="Content Placeholder 7">
            <a:extLst>
              <a:ext uri="{FF2B5EF4-FFF2-40B4-BE49-F238E27FC236}">
                <a16:creationId xmlns:a16="http://schemas.microsoft.com/office/drawing/2014/main" id="{2A3E06D8-EE99-4A57-B9BF-122C2715AFC1}"/>
              </a:ext>
            </a:extLst>
          </p:cNvPr>
          <p:cNvSpPr>
            <a:spLocks noGrp="1"/>
          </p:cNvSpPr>
          <p:nvPr>
            <p:ph sz="quarter" idx="27"/>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2" name="Text Placeholder 9">
            <a:extLst>
              <a:ext uri="{FF2B5EF4-FFF2-40B4-BE49-F238E27FC236}">
                <a16:creationId xmlns:a16="http://schemas.microsoft.com/office/drawing/2014/main" id="{8AF74C27-6A1D-48DF-8844-B8F047A29093}"/>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19" name="Picture Placeholder 3">
            <a:extLst>
              <a:ext uri="{FF2B5EF4-FFF2-40B4-BE49-F238E27FC236}">
                <a16:creationId xmlns:a16="http://schemas.microsoft.com/office/drawing/2014/main" id="{C8A1E3E3-5DDC-4E23-AFA2-BCB7C28615B3}"/>
              </a:ext>
            </a:extLst>
          </p:cNvPr>
          <p:cNvSpPr>
            <a:spLocks noGrp="1"/>
          </p:cNvSpPr>
          <p:nvPr>
            <p:ph type="pic" idx="26"/>
          </p:nvPr>
        </p:nvSpPr>
        <p:spPr bwMode="gray">
          <a:xfrm>
            <a:off x="8214360" y="3375204"/>
            <a:ext cx="3977640" cy="3196021"/>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3">
            <a:extLst>
              <a:ext uri="{FF2B5EF4-FFF2-40B4-BE49-F238E27FC236}">
                <a16:creationId xmlns:a16="http://schemas.microsoft.com/office/drawing/2014/main" id="{AEC61E72-3364-43AD-9C4D-B02F53C75D80}"/>
              </a:ext>
            </a:extLst>
          </p:cNvPr>
          <p:cNvSpPr>
            <a:spLocks noGrp="1"/>
          </p:cNvSpPr>
          <p:nvPr>
            <p:ph type="pic" idx="22"/>
          </p:nvPr>
        </p:nvSpPr>
        <p:spPr bwMode="gray">
          <a:xfrm>
            <a:off x="8214360" y="0"/>
            <a:ext cx="3977640" cy="3256332"/>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3" name="WBD logo">
            <a:extLst>
              <a:ext uri="{FF2B5EF4-FFF2-40B4-BE49-F238E27FC236}">
                <a16:creationId xmlns:a16="http://schemas.microsoft.com/office/drawing/2014/main" id="{2297ADD4-37FE-43E1-AB04-B72A9B4032E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1111474898"/>
      </p:ext>
    </p:extLst>
  </p:cSld>
  <p:clrMapOvr>
    <a:masterClrMapping/>
  </p:clrMapOvr>
  <p:transition>
    <p:fade/>
  </p:transition>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M_Ttl, Sub, Cont, 3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08D6EB-3CCD-49C7-8058-290DBE958BB6}"/>
              </a:ext>
            </a:extLst>
          </p:cNvPr>
          <p:cNvPicPr>
            <a:picLocks noChangeAspect="1"/>
          </p:cNvPicPr>
          <p:nvPr/>
        </p:nvPicPr>
        <p:blipFill>
          <a:blip r:embed="rId2"/>
          <a:stretch>
            <a:fillRect/>
          </a:stretch>
        </p:blipFill>
        <p:spPr>
          <a:xfrm>
            <a:off x="0" y="0"/>
            <a:ext cx="8113776" cy="6858000"/>
          </a:xfrm>
          <a:prstGeom prst="rect">
            <a:avLst/>
          </a:prstGeom>
        </p:spPr>
      </p:pic>
      <p:pic>
        <p:nvPicPr>
          <p:cNvPr id="24" name="Picture 23">
            <a:extLst>
              <a:ext uri="{FF2B5EF4-FFF2-40B4-BE49-F238E27FC236}">
                <a16:creationId xmlns:a16="http://schemas.microsoft.com/office/drawing/2014/main" id="{69086974-D3EB-495E-9568-F1A21634E035}"/>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8" name="Content Placeholder 7">
            <a:extLst>
              <a:ext uri="{FF2B5EF4-FFF2-40B4-BE49-F238E27FC236}">
                <a16:creationId xmlns:a16="http://schemas.microsoft.com/office/drawing/2014/main" id="{6AF85E5C-69F5-4F59-A035-DD22AAAE2F0A}"/>
              </a:ext>
            </a:extLst>
          </p:cNvPr>
          <p:cNvSpPr>
            <a:spLocks noGrp="1"/>
          </p:cNvSpPr>
          <p:nvPr>
            <p:ph sz="quarter" idx="26"/>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3" name="Text Placeholder 9">
            <a:extLst>
              <a:ext uri="{FF2B5EF4-FFF2-40B4-BE49-F238E27FC236}">
                <a16:creationId xmlns:a16="http://schemas.microsoft.com/office/drawing/2014/main" id="{B4F4912E-C019-4533-9967-3921A3FA8148}"/>
              </a:ext>
            </a:extLst>
          </p:cNvPr>
          <p:cNvSpPr>
            <a:spLocks noGrp="1"/>
          </p:cNvSpPr>
          <p:nvPr>
            <p:ph type="body" sz="quarter" idx="17" hasCustomPrompt="1"/>
          </p:nvPr>
        </p:nvSpPr>
        <p:spPr>
          <a:xfrm>
            <a:off x="457201" y="941832"/>
            <a:ext cx="7315199"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1" name="Picture Placeholder 3">
            <a:extLst>
              <a:ext uri="{FF2B5EF4-FFF2-40B4-BE49-F238E27FC236}">
                <a16:creationId xmlns:a16="http://schemas.microsoft.com/office/drawing/2014/main" id="{AACBBB4E-A8EA-4B38-8215-B05FD9EEB665}"/>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2" name="Picture Placeholder 3">
            <a:extLst>
              <a:ext uri="{FF2B5EF4-FFF2-40B4-BE49-F238E27FC236}">
                <a16:creationId xmlns:a16="http://schemas.microsoft.com/office/drawing/2014/main" id="{656DAA12-B30F-4630-889C-A35E970838B6}"/>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9280BA27-B60D-4E6C-9F75-099D3FD37795}"/>
              </a:ext>
            </a:extLst>
          </p:cNvPr>
          <p:cNvSpPr>
            <a:spLocks noGrp="1"/>
          </p:cNvSpPr>
          <p:nvPr>
            <p:ph type="pic" idx="28"/>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4" name="WBD logo">
            <a:extLst>
              <a:ext uri="{FF2B5EF4-FFF2-40B4-BE49-F238E27FC236}">
                <a16:creationId xmlns:a16="http://schemas.microsoft.com/office/drawing/2014/main" id="{F00C1295-67EF-4FA8-87CF-77CE0738A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2755582291"/>
      </p:ext>
    </p:extLst>
  </p:cSld>
  <p:clrMapOvr>
    <a:masterClrMapping/>
  </p:clrMapOvr>
  <p:transition>
    <p:fade/>
  </p:transition>
  <p:extLst>
    <p:ext uri="{DCECCB84-F9BA-43D5-87BE-67443E8EF086}">
      <p15:sldGuideLst xmlns:p15="http://schemas.microsoft.com/office/powerpoint/2012/main"/>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M_Ttl, Sub, Cont, 4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EA3098-A483-4316-A555-476DB4D617D0}"/>
              </a:ext>
            </a:extLst>
          </p:cNvPr>
          <p:cNvPicPr>
            <a:picLocks noChangeAspect="1"/>
          </p:cNvPicPr>
          <p:nvPr/>
        </p:nvPicPr>
        <p:blipFill>
          <a:blip r:embed="rId2"/>
          <a:stretch>
            <a:fillRect/>
          </a:stretch>
        </p:blipFill>
        <p:spPr>
          <a:xfrm>
            <a:off x="0" y="0"/>
            <a:ext cx="8113776" cy="6858000"/>
          </a:xfrm>
          <a:prstGeom prst="rect">
            <a:avLst/>
          </a:prstGeom>
        </p:spPr>
      </p:pic>
      <p:pic>
        <p:nvPicPr>
          <p:cNvPr id="26" name="Picture 25">
            <a:extLst>
              <a:ext uri="{FF2B5EF4-FFF2-40B4-BE49-F238E27FC236}">
                <a16:creationId xmlns:a16="http://schemas.microsoft.com/office/drawing/2014/main" id="{09055006-44FD-4155-A76A-F49F1CA76E1B}"/>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9" name="Content Placeholder 7">
            <a:extLst>
              <a:ext uri="{FF2B5EF4-FFF2-40B4-BE49-F238E27FC236}">
                <a16:creationId xmlns:a16="http://schemas.microsoft.com/office/drawing/2014/main" id="{4831CF31-7ED4-4B7B-BDEF-2F4B54219D8C}"/>
              </a:ext>
            </a:extLst>
          </p:cNvPr>
          <p:cNvSpPr>
            <a:spLocks noGrp="1"/>
          </p:cNvSpPr>
          <p:nvPr>
            <p:ph sz="quarter" idx="26"/>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4" name="Text Placeholder 9">
            <a:extLst>
              <a:ext uri="{FF2B5EF4-FFF2-40B4-BE49-F238E27FC236}">
                <a16:creationId xmlns:a16="http://schemas.microsoft.com/office/drawing/2014/main" id="{FAC3D4D5-F379-4D82-9B82-9E2722A8959A}"/>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2" name="Picture Placeholder 3">
            <a:extLst>
              <a:ext uri="{FF2B5EF4-FFF2-40B4-BE49-F238E27FC236}">
                <a16:creationId xmlns:a16="http://schemas.microsoft.com/office/drawing/2014/main" id="{0D7DECF9-B2F6-4D9F-B41B-94F4936FD59A}"/>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8D9FE752-E1E4-44F9-968C-54628047FDC4}"/>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4DF592E2-83B5-4306-B048-B9CAEBF6D777}"/>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3">
            <a:extLst>
              <a:ext uri="{FF2B5EF4-FFF2-40B4-BE49-F238E27FC236}">
                <a16:creationId xmlns:a16="http://schemas.microsoft.com/office/drawing/2014/main" id="{697D532A-9E64-422D-82F3-89E80826DF06}"/>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5" name="WBD logo">
            <a:extLst>
              <a:ext uri="{FF2B5EF4-FFF2-40B4-BE49-F238E27FC236}">
                <a16:creationId xmlns:a16="http://schemas.microsoft.com/office/drawing/2014/main" id="{BD6DEFE5-C0F4-4F6B-9CCA-1921D105E2B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2334304764"/>
      </p:ext>
    </p:extLst>
  </p:cSld>
  <p:clrMapOvr>
    <a:masterClrMapping/>
  </p:clrMapOvr>
  <p:transition>
    <p:fade/>
  </p:transition>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M_Ttl, Sub, Cont, 5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1AFDF2-DF3D-4CB4-B788-E8886585264B}"/>
              </a:ext>
            </a:extLst>
          </p:cNvPr>
          <p:cNvPicPr>
            <a:picLocks noChangeAspect="1"/>
          </p:cNvPicPr>
          <p:nvPr/>
        </p:nvPicPr>
        <p:blipFill>
          <a:blip r:embed="rId2"/>
          <a:stretch>
            <a:fillRect/>
          </a:stretch>
        </p:blipFill>
        <p:spPr>
          <a:xfrm>
            <a:off x="0" y="0"/>
            <a:ext cx="8113776" cy="6858000"/>
          </a:xfrm>
          <a:prstGeom prst="rect">
            <a:avLst/>
          </a:prstGeom>
        </p:spPr>
      </p:pic>
      <p:pic>
        <p:nvPicPr>
          <p:cNvPr id="30" name="Picture 29">
            <a:extLst>
              <a:ext uri="{FF2B5EF4-FFF2-40B4-BE49-F238E27FC236}">
                <a16:creationId xmlns:a16="http://schemas.microsoft.com/office/drawing/2014/main" id="{4E258757-3937-40F2-83E2-8CDF0244F83C}"/>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0" name="Content Placeholder 7">
            <a:extLst>
              <a:ext uri="{FF2B5EF4-FFF2-40B4-BE49-F238E27FC236}">
                <a16:creationId xmlns:a16="http://schemas.microsoft.com/office/drawing/2014/main" id="{64A90EF2-4EB0-45F6-9CEA-C16464C7EF69}"/>
              </a:ext>
            </a:extLst>
          </p:cNvPr>
          <p:cNvSpPr>
            <a:spLocks noGrp="1"/>
          </p:cNvSpPr>
          <p:nvPr>
            <p:ph sz="quarter" idx="26"/>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5" name="Text Placeholder 9">
            <a:extLst>
              <a:ext uri="{FF2B5EF4-FFF2-40B4-BE49-F238E27FC236}">
                <a16:creationId xmlns:a16="http://schemas.microsoft.com/office/drawing/2014/main" id="{F83A68D2-83B4-4109-871E-7D68F869BBC8}"/>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5" name="Picture Placeholder 3">
            <a:extLst>
              <a:ext uri="{FF2B5EF4-FFF2-40B4-BE49-F238E27FC236}">
                <a16:creationId xmlns:a16="http://schemas.microsoft.com/office/drawing/2014/main" id="{FAB33502-5047-4601-B8A9-2AA2784D000B}"/>
              </a:ext>
            </a:extLst>
          </p:cNvPr>
          <p:cNvSpPr>
            <a:spLocks noGrp="1"/>
          </p:cNvSpPr>
          <p:nvPr>
            <p:ph type="pic" idx="28"/>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6" name="Picture Placeholder 3">
            <a:extLst>
              <a:ext uri="{FF2B5EF4-FFF2-40B4-BE49-F238E27FC236}">
                <a16:creationId xmlns:a16="http://schemas.microsoft.com/office/drawing/2014/main" id="{8519774A-4412-4BAB-AA0F-288E6A230321}"/>
              </a:ext>
            </a:extLst>
          </p:cNvPr>
          <p:cNvSpPr>
            <a:spLocks noGrp="1"/>
          </p:cNvSpPr>
          <p:nvPr>
            <p:ph type="pic" idx="30"/>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D75F4404-9145-4831-8C52-802B3F3ECBB1}"/>
              </a:ext>
            </a:extLst>
          </p:cNvPr>
          <p:cNvSpPr>
            <a:spLocks noGrp="1"/>
          </p:cNvSpPr>
          <p:nvPr>
            <p:ph type="pic" idx="29"/>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a:extLst>
              <a:ext uri="{FF2B5EF4-FFF2-40B4-BE49-F238E27FC236}">
                <a16:creationId xmlns:a16="http://schemas.microsoft.com/office/drawing/2014/main" id="{D54B6C11-60EE-4E64-B228-C97F5F3C75F3}"/>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3">
            <a:extLst>
              <a:ext uri="{FF2B5EF4-FFF2-40B4-BE49-F238E27FC236}">
                <a16:creationId xmlns:a16="http://schemas.microsoft.com/office/drawing/2014/main" id="{69DABA86-6466-411F-8733-6DFD01031B92}"/>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6" name="WBD logo">
            <a:extLst>
              <a:ext uri="{FF2B5EF4-FFF2-40B4-BE49-F238E27FC236}">
                <a16:creationId xmlns:a16="http://schemas.microsoft.com/office/drawing/2014/main" id="{405DF9EC-BFD3-41E7-8D3F-8D4014F04A9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3396582813"/>
      </p:ext>
    </p:extLst>
  </p:cSld>
  <p:clrMapOvr>
    <a:masterClrMapping/>
  </p:clrMapOvr>
  <p:transition>
    <p:fade/>
  </p:transition>
  <p:extLst>
    <p:ext uri="{DCECCB84-F9BA-43D5-87BE-67443E8EF086}">
      <p15:sldGuideLst xmlns:p15="http://schemas.microsoft.com/office/powerpoint/2012/main"/>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M_Ttl, Sub, Cont, 6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B2EDCA-D971-4023-ABAB-656ED8CA3FAA}"/>
              </a:ext>
            </a:extLst>
          </p:cNvPr>
          <p:cNvPicPr>
            <a:picLocks noChangeAspect="1"/>
          </p:cNvPicPr>
          <p:nvPr/>
        </p:nvPicPr>
        <p:blipFill>
          <a:blip r:embed="rId2"/>
          <a:stretch>
            <a:fillRect/>
          </a:stretch>
        </p:blipFill>
        <p:spPr>
          <a:xfrm>
            <a:off x="0" y="0"/>
            <a:ext cx="8113776" cy="6858000"/>
          </a:xfrm>
          <a:prstGeom prst="rect">
            <a:avLst/>
          </a:prstGeom>
        </p:spPr>
      </p:pic>
      <p:pic>
        <p:nvPicPr>
          <p:cNvPr id="32" name="Picture 31">
            <a:extLst>
              <a:ext uri="{FF2B5EF4-FFF2-40B4-BE49-F238E27FC236}">
                <a16:creationId xmlns:a16="http://schemas.microsoft.com/office/drawing/2014/main" id="{AF7B7FE8-CB38-41C9-B2C5-64F32E1267D5}"/>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33" name="Content Placeholder 7">
            <a:extLst>
              <a:ext uri="{FF2B5EF4-FFF2-40B4-BE49-F238E27FC236}">
                <a16:creationId xmlns:a16="http://schemas.microsoft.com/office/drawing/2014/main" id="{5A71D2CD-0892-4CFA-8A12-1DFFEFFD2557}"/>
              </a:ext>
            </a:extLst>
          </p:cNvPr>
          <p:cNvSpPr>
            <a:spLocks noGrp="1"/>
          </p:cNvSpPr>
          <p:nvPr>
            <p:ph sz="quarter" idx="26"/>
          </p:nvPr>
        </p:nvSpPr>
        <p:spPr>
          <a:xfrm>
            <a:off x="457200" y="1562100"/>
            <a:ext cx="7315200" cy="4500563"/>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6" name="Text Placeholder 9">
            <a:extLst>
              <a:ext uri="{FF2B5EF4-FFF2-40B4-BE49-F238E27FC236}">
                <a16:creationId xmlns:a16="http://schemas.microsoft.com/office/drawing/2014/main" id="{B20C8076-7C6D-48B1-A4D6-159D623594D8}"/>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4" name="Picture Placeholder 3">
            <a:extLst>
              <a:ext uri="{FF2B5EF4-FFF2-40B4-BE49-F238E27FC236}">
                <a16:creationId xmlns:a16="http://schemas.microsoft.com/office/drawing/2014/main" id="{8750EBCD-219E-4CA2-AF61-EEBA935AE022}"/>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7881F9A0-AC8E-4D7E-BE0B-C2D1DE62DFC5}"/>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a:extLst>
              <a:ext uri="{FF2B5EF4-FFF2-40B4-BE49-F238E27FC236}">
                <a16:creationId xmlns:a16="http://schemas.microsoft.com/office/drawing/2014/main" id="{E7EBEDB3-E147-47AF-86EE-6C8643358DA2}"/>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3">
            <a:extLst>
              <a:ext uri="{FF2B5EF4-FFF2-40B4-BE49-F238E27FC236}">
                <a16:creationId xmlns:a16="http://schemas.microsoft.com/office/drawing/2014/main" id="{432695E9-9EA0-44B9-93F8-9F1ACC1E6654}"/>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0" name="Picture Placeholder 3">
            <a:extLst>
              <a:ext uri="{FF2B5EF4-FFF2-40B4-BE49-F238E27FC236}">
                <a16:creationId xmlns:a16="http://schemas.microsoft.com/office/drawing/2014/main" id="{49527CB7-615C-4C9C-A8A1-CDCDC59BC46E}"/>
              </a:ext>
            </a:extLst>
          </p:cNvPr>
          <p:cNvSpPr>
            <a:spLocks noGrp="1"/>
          </p:cNvSpPr>
          <p:nvPr>
            <p:ph type="pic" idx="29"/>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1" name="Picture Placeholder 3">
            <a:extLst>
              <a:ext uri="{FF2B5EF4-FFF2-40B4-BE49-F238E27FC236}">
                <a16:creationId xmlns:a16="http://schemas.microsoft.com/office/drawing/2014/main" id="{028FA006-726E-41C6-AEB9-3F66D9F6C2F0}"/>
              </a:ext>
            </a:extLst>
          </p:cNvPr>
          <p:cNvSpPr>
            <a:spLocks noGrp="1"/>
          </p:cNvSpPr>
          <p:nvPr>
            <p:ph type="pic" idx="32"/>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7" name="WBD logo">
            <a:extLst>
              <a:ext uri="{FF2B5EF4-FFF2-40B4-BE49-F238E27FC236}">
                <a16:creationId xmlns:a16="http://schemas.microsoft.com/office/drawing/2014/main" id="{7EA7424B-FCA5-48AA-8BF2-A0488587D9A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1493194667"/>
      </p:ext>
    </p:extLst>
  </p:cSld>
  <p:clrMapOvr>
    <a:masterClrMapping/>
  </p:clrMapOvr>
  <p:transition>
    <p:fade/>
  </p:transition>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N_Ttl, Sub, Cont, Tkwy, 1 Lrg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CC6478-5A94-430B-9657-B9C090E5AF38}"/>
              </a:ext>
            </a:extLst>
          </p:cNvPr>
          <p:cNvPicPr>
            <a:picLocks noChangeAspect="1"/>
          </p:cNvPicPr>
          <p:nvPr/>
        </p:nvPicPr>
        <p:blipFill>
          <a:blip r:embed="rId2"/>
          <a:stretch>
            <a:fillRect/>
          </a:stretch>
        </p:blipFill>
        <p:spPr>
          <a:xfrm>
            <a:off x="0" y="0"/>
            <a:ext cx="6217920" cy="6858000"/>
          </a:xfrm>
          <a:prstGeom prst="rect">
            <a:avLst/>
          </a:prstGeom>
        </p:spPr>
      </p:pic>
      <p:pic>
        <p:nvPicPr>
          <p:cNvPr id="17" name="Picture 16">
            <a:extLst>
              <a:ext uri="{FF2B5EF4-FFF2-40B4-BE49-F238E27FC236}">
                <a16:creationId xmlns:a16="http://schemas.microsoft.com/office/drawing/2014/main" id="{C8BD5C34-DC85-428A-835A-BF9E2302C5ED}"/>
              </a:ext>
            </a:extLst>
          </p:cNvPr>
          <p:cNvPicPr>
            <a:picLocks noChangeAspect="1"/>
          </p:cNvPicPr>
          <p:nvPr/>
        </p:nvPicPr>
        <p:blipFill>
          <a:blip r:embed="rId3"/>
          <a:stretch>
            <a:fillRect/>
          </a:stretch>
        </p:blipFill>
        <p:spPr>
          <a:xfrm>
            <a:off x="0" y="6565392"/>
            <a:ext cx="12192000" cy="292608"/>
          </a:xfrm>
          <a:prstGeom prst="rect">
            <a:avLst/>
          </a:prstGeom>
        </p:spPr>
      </p:pic>
      <p:sp>
        <p:nvSpPr>
          <p:cNvPr id="8" name="Content Placeholder 7">
            <a:extLst>
              <a:ext uri="{FF2B5EF4-FFF2-40B4-BE49-F238E27FC236}">
                <a16:creationId xmlns:a16="http://schemas.microsoft.com/office/drawing/2014/main" id="{58E1CF03-D274-4A0D-8C62-3DA6DB7F69A8}"/>
              </a:ext>
            </a:extLst>
          </p:cNvPr>
          <p:cNvSpPr>
            <a:spLocks noGrp="1"/>
          </p:cNvSpPr>
          <p:nvPr>
            <p:ph sz="quarter" idx="16"/>
          </p:nvPr>
        </p:nvSpPr>
        <p:spPr>
          <a:xfrm>
            <a:off x="457200" y="1562100"/>
            <a:ext cx="5486400" cy="3867912"/>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5486400" cy="585216"/>
          </a:xfrm>
        </p:spPr>
        <p:txBody>
          <a:bodyPr/>
          <a:lstStyle>
            <a:lvl1pPr>
              <a:defRPr>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37490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1" name="Text Placeholder 9">
            <a:extLst>
              <a:ext uri="{FF2B5EF4-FFF2-40B4-BE49-F238E27FC236}">
                <a16:creationId xmlns:a16="http://schemas.microsoft.com/office/drawing/2014/main" id="{15B79AB3-61AF-4606-ADFA-1AAB494648A6}"/>
              </a:ext>
            </a:extLst>
          </p:cNvPr>
          <p:cNvSpPr>
            <a:spLocks noGrp="1"/>
          </p:cNvSpPr>
          <p:nvPr>
            <p:ph type="body" sz="quarter" idx="17" hasCustomPrompt="1"/>
          </p:nvPr>
        </p:nvSpPr>
        <p:spPr>
          <a:xfrm>
            <a:off x="457201" y="941832"/>
            <a:ext cx="54864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18" name="Picture Placeholder">
            <a:extLst>
              <a:ext uri="{FF2B5EF4-FFF2-40B4-BE49-F238E27FC236}">
                <a16:creationId xmlns:a16="http://schemas.microsoft.com/office/drawing/2014/main" id="{C6A9E966-E052-4AEE-B1EB-24E3AF58EB14}"/>
              </a:ext>
            </a:extLst>
          </p:cNvPr>
          <p:cNvSpPr>
            <a:spLocks noGrp="1"/>
          </p:cNvSpPr>
          <p:nvPr>
            <p:ph type="pic" idx="1"/>
          </p:nvPr>
        </p:nvSpPr>
        <p:spPr bwMode="gray">
          <a:xfrm>
            <a:off x="6326188" y="0"/>
            <a:ext cx="5865814" cy="6569765"/>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2" name="Takeaway box png">
            <a:extLst>
              <a:ext uri="{FF2B5EF4-FFF2-40B4-BE49-F238E27FC236}">
                <a16:creationId xmlns:a16="http://schemas.microsoft.com/office/drawing/2014/main" id="{5E994E69-1B84-434C-849F-E22A85CD19CB}"/>
              </a:ext>
            </a:extLst>
          </p:cNvPr>
          <p:cNvPicPr>
            <a:picLocks noChangeAspect="1"/>
          </p:cNvPicPr>
          <p:nvPr/>
        </p:nvPicPr>
        <p:blipFill>
          <a:blip r:embed="rId4"/>
          <a:stretch>
            <a:fillRect/>
          </a:stretch>
        </p:blipFill>
        <p:spPr>
          <a:xfrm>
            <a:off x="457200" y="5527450"/>
            <a:ext cx="5627096" cy="597460"/>
          </a:xfrm>
          <a:prstGeom prst="rect">
            <a:avLst/>
          </a:prstGeom>
        </p:spPr>
      </p:pic>
      <p:sp>
        <p:nvSpPr>
          <p:cNvPr id="13" name="Takeaway text">
            <a:extLst>
              <a:ext uri="{FF2B5EF4-FFF2-40B4-BE49-F238E27FC236}">
                <a16:creationId xmlns:a16="http://schemas.microsoft.com/office/drawing/2014/main" id="{323645C0-712C-4F28-9423-CCA605B5570D}"/>
              </a:ext>
            </a:extLst>
          </p:cNvPr>
          <p:cNvSpPr>
            <a:spLocks noGrp="1"/>
          </p:cNvSpPr>
          <p:nvPr>
            <p:ph type="body" sz="quarter" idx="18"/>
          </p:nvPr>
        </p:nvSpPr>
        <p:spPr>
          <a:xfrm>
            <a:off x="585216" y="5532090"/>
            <a:ext cx="5391635" cy="594360"/>
          </a:xfrm>
        </p:spPr>
        <p:txBody>
          <a:bodyPr anchor="ctr" anchorCtr="0"/>
          <a:lstStyle>
            <a:lvl1pPr marL="0" marR="0" indent="0" algn="ctr" defTabSz="914400" rtl="0" eaLnBrk="1" latinLnBrk="0" hangingPunct="1">
              <a:lnSpc>
                <a:spcPct val="100000"/>
              </a:lnSpc>
              <a:spcBef>
                <a:spcPts val="600"/>
              </a:spcBef>
              <a:spcAft>
                <a:spcPts val="0"/>
              </a:spcAft>
              <a:buClr>
                <a:srgbClr val="3366FF"/>
              </a:buClr>
              <a:buFont typeface="Arial" panose="020B0604020202020204" pitchFamily="34" charset="0"/>
              <a:buNone/>
              <a:defRPr lang="en-US" sz="1800" b="0" i="0" u="none" strike="noStrike" kern="1200" cap="none" dirty="0">
                <a:solidFill>
                  <a:schemeClr val="bg1"/>
                </a:solidFill>
                <a:effectLst/>
                <a:latin typeface="+mj-lt"/>
                <a:ea typeface="Noto Sans" panose="020B0502040504020204" pitchFamily="34" charset="0"/>
                <a:cs typeface="Noto Sans" panose="020B0502040504020204" pitchFamily="34" charset="0"/>
                <a:sym typeface="Arial"/>
              </a:defRPr>
            </a:lvl1pPr>
          </a:lstStyle>
          <a:p>
            <a:pPr lvl="0"/>
            <a:r>
              <a:rPr lang="en-US"/>
              <a:t>Click to edit Master text styles</a:t>
            </a:r>
          </a:p>
        </p:txBody>
      </p:sp>
      <p:pic>
        <p:nvPicPr>
          <p:cNvPr id="14" name="WBD logo">
            <a:extLst>
              <a:ext uri="{FF2B5EF4-FFF2-40B4-BE49-F238E27FC236}">
                <a16:creationId xmlns:a16="http://schemas.microsoft.com/office/drawing/2014/main" id="{7BDC3D22-551B-43C1-883E-856E74E2D5B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2569086572"/>
      </p:ext>
    </p:extLst>
  </p:cSld>
  <p:clrMapOvr>
    <a:masterClrMapping/>
  </p:clrMapOvr>
  <p:transition>
    <p:fade/>
  </p:transition>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N_Ttl, Sub, Cont, Tkwy, 1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A37BA8-6018-4DB5-AF9B-822E95952A6F}"/>
              </a:ext>
            </a:extLst>
          </p:cNvPr>
          <p:cNvPicPr>
            <a:picLocks noChangeAspect="1"/>
          </p:cNvPicPr>
          <p:nvPr/>
        </p:nvPicPr>
        <p:blipFill>
          <a:blip r:embed="rId2"/>
          <a:stretch>
            <a:fillRect/>
          </a:stretch>
        </p:blipFill>
        <p:spPr>
          <a:xfrm>
            <a:off x="0" y="0"/>
            <a:ext cx="8113776" cy="6858000"/>
          </a:xfrm>
          <a:prstGeom prst="rect">
            <a:avLst/>
          </a:prstGeom>
        </p:spPr>
      </p:pic>
      <p:pic>
        <p:nvPicPr>
          <p:cNvPr id="4" name="Takeaway box png">
            <a:extLst>
              <a:ext uri="{FF2B5EF4-FFF2-40B4-BE49-F238E27FC236}">
                <a16:creationId xmlns:a16="http://schemas.microsoft.com/office/drawing/2014/main" id="{AD538DAE-EFE7-4875-9310-65F0E451FB52}"/>
              </a:ext>
            </a:extLst>
          </p:cNvPr>
          <p:cNvPicPr>
            <a:picLocks noChangeAspect="1"/>
          </p:cNvPicPr>
          <p:nvPr/>
        </p:nvPicPr>
        <p:blipFill>
          <a:blip r:embed="rId3"/>
          <a:stretch>
            <a:fillRect/>
          </a:stretch>
        </p:blipFill>
        <p:spPr>
          <a:xfrm>
            <a:off x="457200" y="5527450"/>
            <a:ext cx="7364606" cy="597460"/>
          </a:xfrm>
          <a:prstGeom prst="rect">
            <a:avLst/>
          </a:prstGeom>
        </p:spPr>
      </p:pic>
      <p:sp>
        <p:nvSpPr>
          <p:cNvPr id="19" name="Takeaway Text">
            <a:extLst>
              <a:ext uri="{FF2B5EF4-FFF2-40B4-BE49-F238E27FC236}">
                <a16:creationId xmlns:a16="http://schemas.microsoft.com/office/drawing/2014/main" id="{DA1372A4-9602-41ED-99DF-744A52CF3440}"/>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21" name="Picture 20">
            <a:extLst>
              <a:ext uri="{FF2B5EF4-FFF2-40B4-BE49-F238E27FC236}">
                <a16:creationId xmlns:a16="http://schemas.microsoft.com/office/drawing/2014/main" id="{B888BC18-3812-45D9-B441-E8DA382C8481}"/>
              </a:ext>
            </a:extLst>
          </p:cNvPr>
          <p:cNvPicPr>
            <a:picLocks noChangeAspect="1"/>
          </p:cNvPicPr>
          <p:nvPr/>
        </p:nvPicPr>
        <p:blipFill>
          <a:blip r:embed="rId4"/>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8" name="Content Placeholder 7">
            <a:extLst>
              <a:ext uri="{FF2B5EF4-FFF2-40B4-BE49-F238E27FC236}">
                <a16:creationId xmlns:a16="http://schemas.microsoft.com/office/drawing/2014/main" id="{71AAD8B1-7749-47C2-9A73-DA838029DBC3}"/>
              </a:ext>
            </a:extLst>
          </p:cNvPr>
          <p:cNvSpPr>
            <a:spLocks noGrp="1"/>
          </p:cNvSpPr>
          <p:nvPr>
            <p:ph sz="quarter" idx="17"/>
          </p:nvPr>
        </p:nvSpPr>
        <p:spPr>
          <a:xfrm>
            <a:off x="457200" y="1562101"/>
            <a:ext cx="7315200"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4" name="Text Placeholder 9">
            <a:extLst>
              <a:ext uri="{FF2B5EF4-FFF2-40B4-BE49-F238E27FC236}">
                <a16:creationId xmlns:a16="http://schemas.microsoft.com/office/drawing/2014/main" id="{CDD4E566-CD67-4366-9551-93C84581A5E8}"/>
              </a:ext>
            </a:extLst>
          </p:cNvPr>
          <p:cNvSpPr>
            <a:spLocks noGrp="1"/>
          </p:cNvSpPr>
          <p:nvPr>
            <p:ph type="body" sz="quarter" idx="26"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2" name="Picture Placeholder 3">
            <a:extLst>
              <a:ext uri="{FF2B5EF4-FFF2-40B4-BE49-F238E27FC236}">
                <a16:creationId xmlns:a16="http://schemas.microsoft.com/office/drawing/2014/main" id="{8FCE4F09-1EB9-4CF5-AF84-6357AC6050F7}"/>
              </a:ext>
            </a:extLst>
          </p:cNvPr>
          <p:cNvSpPr>
            <a:spLocks noGrp="1"/>
          </p:cNvSpPr>
          <p:nvPr>
            <p:ph type="pic" idx="25"/>
          </p:nvPr>
        </p:nvSpPr>
        <p:spPr bwMode="gray">
          <a:xfrm>
            <a:off x="8214360" y="-1"/>
            <a:ext cx="3977640" cy="6569766"/>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3" name="WBD logo">
            <a:extLst>
              <a:ext uri="{FF2B5EF4-FFF2-40B4-BE49-F238E27FC236}">
                <a16:creationId xmlns:a16="http://schemas.microsoft.com/office/drawing/2014/main" id="{2939FFA6-05A7-45D6-8A6A-497CFD8CA01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1576273978"/>
      </p:ext>
    </p:extLst>
  </p:cSld>
  <p:clrMapOvr>
    <a:masterClrMapping/>
  </p:clrMapOvr>
  <p:transition>
    <p:fade/>
  </p:transition>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N_Ttl, Sub, Cont, Tkwy, 2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F81170-993D-4A37-8EAA-6EB7D8AFE029}"/>
              </a:ext>
            </a:extLst>
          </p:cNvPr>
          <p:cNvPicPr>
            <a:picLocks noChangeAspect="1"/>
          </p:cNvPicPr>
          <p:nvPr/>
        </p:nvPicPr>
        <p:blipFill>
          <a:blip r:embed="rId2"/>
          <a:stretch>
            <a:fillRect/>
          </a:stretch>
        </p:blipFill>
        <p:spPr>
          <a:xfrm>
            <a:off x="0" y="0"/>
            <a:ext cx="8113776" cy="6858000"/>
          </a:xfrm>
          <a:prstGeom prst="rect">
            <a:avLst/>
          </a:prstGeom>
        </p:spPr>
      </p:pic>
      <p:pic>
        <p:nvPicPr>
          <p:cNvPr id="20" name="Picture 19">
            <a:extLst>
              <a:ext uri="{FF2B5EF4-FFF2-40B4-BE49-F238E27FC236}">
                <a16:creationId xmlns:a16="http://schemas.microsoft.com/office/drawing/2014/main" id="{88A60F35-B5DB-41CC-99F1-392C9CFA3B75}"/>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7" name="Content Placeholder 7">
            <a:extLst>
              <a:ext uri="{FF2B5EF4-FFF2-40B4-BE49-F238E27FC236}">
                <a16:creationId xmlns:a16="http://schemas.microsoft.com/office/drawing/2014/main" id="{5285EFF0-DD47-4DE9-A28C-948956148719}"/>
              </a:ext>
            </a:extLst>
          </p:cNvPr>
          <p:cNvSpPr>
            <a:spLocks noGrp="1"/>
          </p:cNvSpPr>
          <p:nvPr>
            <p:ph sz="quarter" idx="17"/>
          </p:nvPr>
        </p:nvSpPr>
        <p:spPr>
          <a:xfrm>
            <a:off x="457200" y="1562101"/>
            <a:ext cx="7315200"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5" name="Text Placeholder 9">
            <a:extLst>
              <a:ext uri="{FF2B5EF4-FFF2-40B4-BE49-F238E27FC236}">
                <a16:creationId xmlns:a16="http://schemas.microsoft.com/office/drawing/2014/main" id="{2CF66A7B-D4FC-44F4-BA20-E3C24E0AB3A7}"/>
              </a:ext>
            </a:extLst>
          </p:cNvPr>
          <p:cNvSpPr>
            <a:spLocks noGrp="1"/>
          </p:cNvSpPr>
          <p:nvPr>
            <p:ph type="body" sz="quarter" idx="2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3" name="Picture Placeholder 3">
            <a:extLst>
              <a:ext uri="{FF2B5EF4-FFF2-40B4-BE49-F238E27FC236}">
                <a16:creationId xmlns:a16="http://schemas.microsoft.com/office/drawing/2014/main" id="{4F5D0BA1-A678-44F4-9E24-21A543FA2FD1}"/>
              </a:ext>
            </a:extLst>
          </p:cNvPr>
          <p:cNvSpPr>
            <a:spLocks noGrp="1"/>
          </p:cNvSpPr>
          <p:nvPr>
            <p:ph type="pic" idx="26"/>
          </p:nvPr>
        </p:nvSpPr>
        <p:spPr bwMode="gray">
          <a:xfrm>
            <a:off x="8214360" y="3375204"/>
            <a:ext cx="3977640" cy="3196021"/>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DF89E9AE-531E-4B19-85E6-BEE38E676533}"/>
              </a:ext>
            </a:extLst>
          </p:cNvPr>
          <p:cNvSpPr>
            <a:spLocks noGrp="1"/>
          </p:cNvSpPr>
          <p:nvPr>
            <p:ph type="pic" idx="22"/>
          </p:nvPr>
        </p:nvSpPr>
        <p:spPr bwMode="gray">
          <a:xfrm>
            <a:off x="8214360" y="0"/>
            <a:ext cx="3977640" cy="3256332"/>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7" name="Takeaway box png">
            <a:extLst>
              <a:ext uri="{FF2B5EF4-FFF2-40B4-BE49-F238E27FC236}">
                <a16:creationId xmlns:a16="http://schemas.microsoft.com/office/drawing/2014/main" id="{F5FF119B-F084-4906-830A-742888DE28C1}"/>
              </a:ext>
            </a:extLst>
          </p:cNvPr>
          <p:cNvPicPr>
            <a:picLocks noChangeAspect="1"/>
          </p:cNvPicPr>
          <p:nvPr/>
        </p:nvPicPr>
        <p:blipFill>
          <a:blip r:embed="rId4"/>
          <a:stretch>
            <a:fillRect/>
          </a:stretch>
        </p:blipFill>
        <p:spPr>
          <a:xfrm>
            <a:off x="457200" y="5527450"/>
            <a:ext cx="7364606" cy="597460"/>
          </a:xfrm>
          <a:prstGeom prst="rect">
            <a:avLst/>
          </a:prstGeom>
        </p:spPr>
      </p:pic>
      <p:sp>
        <p:nvSpPr>
          <p:cNvPr id="18" name="Takeaway Text">
            <a:extLst>
              <a:ext uri="{FF2B5EF4-FFF2-40B4-BE49-F238E27FC236}">
                <a16:creationId xmlns:a16="http://schemas.microsoft.com/office/drawing/2014/main" id="{A3CC4063-0BEC-496E-8929-42A88E18675E}"/>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4" name="WBD logo">
            <a:extLst>
              <a:ext uri="{FF2B5EF4-FFF2-40B4-BE49-F238E27FC236}">
                <a16:creationId xmlns:a16="http://schemas.microsoft.com/office/drawing/2014/main" id="{1B888DB9-254E-48C2-850F-A6B51BAE0B8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855639079"/>
      </p:ext>
    </p:extLst>
  </p:cSld>
  <p:clrMapOvr>
    <a:masterClrMapping/>
  </p:clrMapOvr>
  <p:transition>
    <p:fade/>
  </p:transition>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N_Ttl, Sub, Cont, Tkwy, 3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C3704F-EB42-4A90-895A-DE1F4178E330}"/>
              </a:ext>
            </a:extLst>
          </p:cNvPr>
          <p:cNvPicPr>
            <a:picLocks noChangeAspect="1"/>
          </p:cNvPicPr>
          <p:nvPr/>
        </p:nvPicPr>
        <p:blipFill>
          <a:blip r:embed="rId2"/>
          <a:stretch>
            <a:fillRect/>
          </a:stretch>
        </p:blipFill>
        <p:spPr>
          <a:xfrm>
            <a:off x="0" y="0"/>
            <a:ext cx="8113776" cy="6858000"/>
          </a:xfrm>
          <a:prstGeom prst="rect">
            <a:avLst/>
          </a:prstGeom>
        </p:spPr>
      </p:pic>
      <p:pic>
        <p:nvPicPr>
          <p:cNvPr id="21" name="Picture 20">
            <a:extLst>
              <a:ext uri="{FF2B5EF4-FFF2-40B4-BE49-F238E27FC236}">
                <a16:creationId xmlns:a16="http://schemas.microsoft.com/office/drawing/2014/main" id="{71CDD13A-88CB-4FF9-AA72-21A7258EAF5E}"/>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29" name="Content Placeholder 7">
            <a:extLst>
              <a:ext uri="{FF2B5EF4-FFF2-40B4-BE49-F238E27FC236}">
                <a16:creationId xmlns:a16="http://schemas.microsoft.com/office/drawing/2014/main" id="{529CA57E-94E5-4F5C-BD23-7E0565836214}"/>
              </a:ext>
            </a:extLst>
          </p:cNvPr>
          <p:cNvSpPr>
            <a:spLocks noGrp="1"/>
          </p:cNvSpPr>
          <p:nvPr>
            <p:ph sz="quarter" idx="17"/>
          </p:nvPr>
        </p:nvSpPr>
        <p:spPr>
          <a:xfrm>
            <a:off x="457200" y="1562101"/>
            <a:ext cx="7315200"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6" name="Text Placeholder 9">
            <a:extLst>
              <a:ext uri="{FF2B5EF4-FFF2-40B4-BE49-F238E27FC236}">
                <a16:creationId xmlns:a16="http://schemas.microsoft.com/office/drawing/2014/main" id="{5369ECD7-6095-4634-9338-44694826154B}"/>
              </a:ext>
            </a:extLst>
          </p:cNvPr>
          <p:cNvSpPr>
            <a:spLocks noGrp="1"/>
          </p:cNvSpPr>
          <p:nvPr>
            <p:ph type="body" sz="quarter" idx="30"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2" name="Picture Placeholder 3">
            <a:extLst>
              <a:ext uri="{FF2B5EF4-FFF2-40B4-BE49-F238E27FC236}">
                <a16:creationId xmlns:a16="http://schemas.microsoft.com/office/drawing/2014/main" id="{87CA9DE2-4C9A-4553-9FEF-53A10C46A522}"/>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6" name="Picture Placeholder 3">
            <a:extLst>
              <a:ext uri="{FF2B5EF4-FFF2-40B4-BE49-F238E27FC236}">
                <a16:creationId xmlns:a16="http://schemas.microsoft.com/office/drawing/2014/main" id="{93C2B6B2-967C-4592-B937-A5D693A4F73C}"/>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3AB5A134-FE14-4002-B34E-CB0C55CF300C}"/>
              </a:ext>
            </a:extLst>
          </p:cNvPr>
          <p:cNvSpPr>
            <a:spLocks noGrp="1"/>
          </p:cNvSpPr>
          <p:nvPr>
            <p:ph type="pic" idx="28"/>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8" name="Takeaway box png">
            <a:extLst>
              <a:ext uri="{FF2B5EF4-FFF2-40B4-BE49-F238E27FC236}">
                <a16:creationId xmlns:a16="http://schemas.microsoft.com/office/drawing/2014/main" id="{296DC4DD-0D20-4088-8F38-C093E2B486AA}"/>
              </a:ext>
            </a:extLst>
          </p:cNvPr>
          <p:cNvPicPr>
            <a:picLocks noChangeAspect="1"/>
          </p:cNvPicPr>
          <p:nvPr/>
        </p:nvPicPr>
        <p:blipFill>
          <a:blip r:embed="rId4"/>
          <a:stretch>
            <a:fillRect/>
          </a:stretch>
        </p:blipFill>
        <p:spPr>
          <a:xfrm>
            <a:off x="457200" y="5527450"/>
            <a:ext cx="7364606" cy="597460"/>
          </a:xfrm>
          <a:prstGeom prst="rect">
            <a:avLst/>
          </a:prstGeom>
        </p:spPr>
      </p:pic>
      <p:sp>
        <p:nvSpPr>
          <p:cNvPr id="19" name="Takeaway Text">
            <a:extLst>
              <a:ext uri="{FF2B5EF4-FFF2-40B4-BE49-F238E27FC236}">
                <a16:creationId xmlns:a16="http://schemas.microsoft.com/office/drawing/2014/main" id="{35A7DE5F-44A2-49CB-8DAD-96EE11DD7423}"/>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5" name="WBD logo">
            <a:extLst>
              <a:ext uri="{FF2B5EF4-FFF2-40B4-BE49-F238E27FC236}">
                <a16:creationId xmlns:a16="http://schemas.microsoft.com/office/drawing/2014/main" id="{712962BB-6A09-498C-88CD-A06ED098C14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3195881405"/>
      </p:ext>
    </p:extLst>
  </p:cSld>
  <p:clrMapOvr>
    <a:masterClrMapping/>
  </p:clrMapOvr>
  <p:transition>
    <p:fade/>
  </p:transition>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N_Ttl, Sub, Cont, Tkwy, 4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8741B0-4591-43F6-8C56-219273AF40C1}"/>
              </a:ext>
            </a:extLst>
          </p:cNvPr>
          <p:cNvPicPr>
            <a:picLocks noChangeAspect="1"/>
          </p:cNvPicPr>
          <p:nvPr/>
        </p:nvPicPr>
        <p:blipFill>
          <a:blip r:embed="rId2"/>
          <a:stretch>
            <a:fillRect/>
          </a:stretch>
        </p:blipFill>
        <p:spPr>
          <a:xfrm>
            <a:off x="0" y="0"/>
            <a:ext cx="8113776" cy="6858000"/>
          </a:xfrm>
          <a:prstGeom prst="rect">
            <a:avLst/>
          </a:prstGeom>
        </p:spPr>
      </p:pic>
      <p:pic>
        <p:nvPicPr>
          <p:cNvPr id="22" name="Picture 21">
            <a:extLst>
              <a:ext uri="{FF2B5EF4-FFF2-40B4-BE49-F238E27FC236}">
                <a16:creationId xmlns:a16="http://schemas.microsoft.com/office/drawing/2014/main" id="{49584090-4C0B-422E-964D-EDE00E170FF0}"/>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31" name="Content Placeholder 7">
            <a:extLst>
              <a:ext uri="{FF2B5EF4-FFF2-40B4-BE49-F238E27FC236}">
                <a16:creationId xmlns:a16="http://schemas.microsoft.com/office/drawing/2014/main" id="{EC387B3F-C097-457C-B940-C23613EFD581}"/>
              </a:ext>
            </a:extLst>
          </p:cNvPr>
          <p:cNvSpPr>
            <a:spLocks noGrp="1"/>
          </p:cNvSpPr>
          <p:nvPr>
            <p:ph sz="quarter" idx="17"/>
          </p:nvPr>
        </p:nvSpPr>
        <p:spPr>
          <a:xfrm>
            <a:off x="457200" y="1562101"/>
            <a:ext cx="7315200"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7" name="Text Placeholder 9">
            <a:extLst>
              <a:ext uri="{FF2B5EF4-FFF2-40B4-BE49-F238E27FC236}">
                <a16:creationId xmlns:a16="http://schemas.microsoft.com/office/drawing/2014/main" id="{1B4159CA-9ED4-4A3C-836B-80D08BE59D99}"/>
              </a:ext>
            </a:extLst>
          </p:cNvPr>
          <p:cNvSpPr>
            <a:spLocks noGrp="1"/>
          </p:cNvSpPr>
          <p:nvPr>
            <p:ph type="body" sz="quarter" idx="31"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3" name="Picture Placeholder 3">
            <a:extLst>
              <a:ext uri="{FF2B5EF4-FFF2-40B4-BE49-F238E27FC236}">
                <a16:creationId xmlns:a16="http://schemas.microsoft.com/office/drawing/2014/main" id="{DEE595E5-49F6-48B4-9E03-650C2A34976C}"/>
              </a:ext>
            </a:extLst>
          </p:cNvPr>
          <p:cNvSpPr>
            <a:spLocks noGrp="1"/>
          </p:cNvSpPr>
          <p:nvPr>
            <p:ph type="pic" idx="29"/>
          </p:nvPr>
        </p:nvSpPr>
        <p:spPr bwMode="gray">
          <a:xfrm>
            <a:off x="8214360" y="4500272"/>
            <a:ext cx="3977640"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AE5C93F5-8C14-480D-8DE2-3C3729CB0865}"/>
              </a:ext>
            </a:extLst>
          </p:cNvPr>
          <p:cNvSpPr>
            <a:spLocks noGrp="1"/>
          </p:cNvSpPr>
          <p:nvPr>
            <p:ph type="pic" idx="25"/>
          </p:nvPr>
        </p:nvSpPr>
        <p:spPr bwMode="gray">
          <a:xfrm>
            <a:off x="8214360" y="0"/>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3">
            <a:extLst>
              <a:ext uri="{FF2B5EF4-FFF2-40B4-BE49-F238E27FC236}">
                <a16:creationId xmlns:a16="http://schemas.microsoft.com/office/drawing/2014/main" id="{1602A334-DBFE-4FBC-A672-9BCC08912285}"/>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0" name="Picture Placeholder 3">
            <a:extLst>
              <a:ext uri="{FF2B5EF4-FFF2-40B4-BE49-F238E27FC236}">
                <a16:creationId xmlns:a16="http://schemas.microsoft.com/office/drawing/2014/main" id="{CD8DEB1F-0A96-4694-96F7-3E9B0AE128DC}"/>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19" name="Takeaway box png">
            <a:extLst>
              <a:ext uri="{FF2B5EF4-FFF2-40B4-BE49-F238E27FC236}">
                <a16:creationId xmlns:a16="http://schemas.microsoft.com/office/drawing/2014/main" id="{FEEEAA95-42AC-45EE-BCD0-0D6895E82299}"/>
              </a:ext>
            </a:extLst>
          </p:cNvPr>
          <p:cNvPicPr>
            <a:picLocks noChangeAspect="1"/>
          </p:cNvPicPr>
          <p:nvPr/>
        </p:nvPicPr>
        <p:blipFill>
          <a:blip r:embed="rId4"/>
          <a:stretch>
            <a:fillRect/>
          </a:stretch>
        </p:blipFill>
        <p:spPr>
          <a:xfrm>
            <a:off x="457200" y="5527450"/>
            <a:ext cx="7364606" cy="597460"/>
          </a:xfrm>
          <a:prstGeom prst="rect">
            <a:avLst/>
          </a:prstGeom>
        </p:spPr>
      </p:pic>
      <p:sp>
        <p:nvSpPr>
          <p:cNvPr id="20" name="Takeaway Text">
            <a:extLst>
              <a:ext uri="{FF2B5EF4-FFF2-40B4-BE49-F238E27FC236}">
                <a16:creationId xmlns:a16="http://schemas.microsoft.com/office/drawing/2014/main" id="{E45FCAF7-3249-4ED1-B30A-BC7A0F8F0A8C}"/>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6" name="WBD logo">
            <a:extLst>
              <a:ext uri="{FF2B5EF4-FFF2-40B4-BE49-F238E27FC236}">
                <a16:creationId xmlns:a16="http://schemas.microsoft.com/office/drawing/2014/main" id="{C86CF0A8-8EB5-4253-90AD-210180EA243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2600071180"/>
      </p:ext>
    </p:extLst>
  </p:cSld>
  <p:clrMapOvr>
    <a:masterClrMapping/>
  </p:clrMapOvr>
  <p:transition>
    <p:fade/>
  </p:transition>
  <p:extLst>
    <p:ext uri="{DCECCB84-F9BA-43D5-87BE-67443E8EF086}">
      <p15:sldGuideLst xmlns:p15="http://schemas.microsoft.com/office/powerpoint/2012/main"/>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N_Ttl, Sub, Cont, Tkwy, 5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88CF55-4C06-4CD1-925B-76A6344A2184}"/>
              </a:ext>
            </a:extLst>
          </p:cNvPr>
          <p:cNvPicPr>
            <a:picLocks noChangeAspect="1"/>
          </p:cNvPicPr>
          <p:nvPr/>
        </p:nvPicPr>
        <p:blipFill>
          <a:blip r:embed="rId2"/>
          <a:stretch>
            <a:fillRect/>
          </a:stretch>
        </p:blipFill>
        <p:spPr>
          <a:xfrm>
            <a:off x="0" y="0"/>
            <a:ext cx="8113776" cy="6858000"/>
          </a:xfrm>
          <a:prstGeom prst="rect">
            <a:avLst/>
          </a:prstGeom>
        </p:spPr>
      </p:pic>
      <p:pic>
        <p:nvPicPr>
          <p:cNvPr id="20" name="Picture 19">
            <a:extLst>
              <a:ext uri="{FF2B5EF4-FFF2-40B4-BE49-F238E27FC236}">
                <a16:creationId xmlns:a16="http://schemas.microsoft.com/office/drawing/2014/main" id="{FFF46347-72B2-41B6-AA0C-23F50AB95EF0}"/>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8" name="Content Placeholder 7">
            <a:extLst>
              <a:ext uri="{FF2B5EF4-FFF2-40B4-BE49-F238E27FC236}">
                <a16:creationId xmlns:a16="http://schemas.microsoft.com/office/drawing/2014/main" id="{495D261E-96AC-463F-8A0D-12B3BDDD7633}"/>
              </a:ext>
            </a:extLst>
          </p:cNvPr>
          <p:cNvSpPr>
            <a:spLocks noGrp="1"/>
          </p:cNvSpPr>
          <p:nvPr>
            <p:ph sz="quarter" idx="33"/>
          </p:nvPr>
        </p:nvSpPr>
        <p:spPr>
          <a:xfrm>
            <a:off x="457200" y="1562100"/>
            <a:ext cx="7315200" cy="3867912"/>
          </a:xfrm>
        </p:spPr>
        <p:txBody>
          <a:bodyPr/>
          <a:lstStyle>
            <a:lvl1pPr marL="169863" indent="-169863">
              <a:buClr>
                <a:srgbClr val="B4B4B4"/>
              </a:buClr>
              <a:buFont typeface="Arial" panose="020B0604020202020204" pitchFamily="34" charset="0"/>
              <a:buChar char="•"/>
              <a:defRPr>
                <a:solidFill>
                  <a:schemeClr val="bg1"/>
                </a:solidFill>
              </a:defRPr>
            </a:lvl1pPr>
            <a:lvl2pPr marL="628650" indent="-171450">
              <a:buClr>
                <a:srgbClr val="B4B4B4"/>
              </a:buClr>
              <a:buFont typeface="Tw Cen MT" panose="020B0602020104020603" pitchFamily="34" charset="0"/>
              <a:buChar char="–"/>
              <a:defRPr>
                <a:solidFill>
                  <a:schemeClr val="bg1"/>
                </a:solidFill>
              </a:defRPr>
            </a:lvl2pPr>
            <a:lvl3pPr marL="1090613" indent="-176213">
              <a:buClr>
                <a:srgbClr val="B4B4B4"/>
              </a:buClr>
              <a:buFont typeface="Arial" panose="020B0604020202020204" pitchFamily="34" charset="0"/>
              <a:buChar char="•"/>
              <a:defRPr>
                <a:solidFill>
                  <a:schemeClr val="bg1"/>
                </a:solidFill>
              </a:defRPr>
            </a:lvl3pPr>
            <a:lvl4pPr marL="1543050" indent="-171450">
              <a:buClr>
                <a:srgbClr val="B4B4B4"/>
              </a:buClr>
              <a:buFont typeface="Tw Cen MT" panose="020B0602020104020603" pitchFamily="34" charset="0"/>
              <a:buChar char="–"/>
              <a:defRPr>
                <a:solidFill>
                  <a:schemeClr val="bg1"/>
                </a:solidFill>
              </a:defRPr>
            </a:lvl4pPr>
            <a:lvl5pPr marL="2005013" indent="-176213">
              <a:buClr>
                <a:srgbClr val="B4B4B4"/>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9">
            <a:extLst>
              <a:ext uri="{FF2B5EF4-FFF2-40B4-BE49-F238E27FC236}">
                <a16:creationId xmlns:a16="http://schemas.microsoft.com/office/drawing/2014/main" id="{234858D6-B28D-4067-BC7E-704E5784F12E}"/>
              </a:ext>
            </a:extLst>
          </p:cNvPr>
          <p:cNvSpPr>
            <a:spLocks noGrp="1"/>
          </p:cNvSpPr>
          <p:nvPr>
            <p:ph type="body" sz="quarter" idx="17"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1" name="Picture Placeholder 3">
            <a:extLst>
              <a:ext uri="{FF2B5EF4-FFF2-40B4-BE49-F238E27FC236}">
                <a16:creationId xmlns:a16="http://schemas.microsoft.com/office/drawing/2014/main" id="{02F3D4A6-3033-47E3-8ABD-41ED080CCE83}"/>
              </a:ext>
            </a:extLst>
          </p:cNvPr>
          <p:cNvSpPr>
            <a:spLocks noGrp="1"/>
          </p:cNvSpPr>
          <p:nvPr>
            <p:ph type="pic" idx="28"/>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2" name="Picture Placeholder 3">
            <a:extLst>
              <a:ext uri="{FF2B5EF4-FFF2-40B4-BE49-F238E27FC236}">
                <a16:creationId xmlns:a16="http://schemas.microsoft.com/office/drawing/2014/main" id="{207A0FF5-03A7-45C7-8DF5-143A4E0809AD}"/>
              </a:ext>
            </a:extLst>
          </p:cNvPr>
          <p:cNvSpPr>
            <a:spLocks noGrp="1"/>
          </p:cNvSpPr>
          <p:nvPr>
            <p:ph type="pic" idx="30"/>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A9E595F4-627C-44BB-B4F5-3B56C92E8EC5}"/>
              </a:ext>
            </a:extLst>
          </p:cNvPr>
          <p:cNvSpPr>
            <a:spLocks noGrp="1"/>
          </p:cNvSpPr>
          <p:nvPr>
            <p:ph type="pic" idx="29"/>
          </p:nvPr>
        </p:nvSpPr>
        <p:spPr bwMode="gray">
          <a:xfrm>
            <a:off x="8214360" y="2250136"/>
            <a:ext cx="3977640"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67553EE7-BC3D-4E56-89D2-42042DA3B6A0}"/>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3">
            <a:extLst>
              <a:ext uri="{FF2B5EF4-FFF2-40B4-BE49-F238E27FC236}">
                <a16:creationId xmlns:a16="http://schemas.microsoft.com/office/drawing/2014/main" id="{83229550-D8BA-4895-BFD2-F21F3FE2AC1F}"/>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pic>
        <p:nvPicPr>
          <p:cNvPr id="27" name="Takeaway box png">
            <a:extLst>
              <a:ext uri="{FF2B5EF4-FFF2-40B4-BE49-F238E27FC236}">
                <a16:creationId xmlns:a16="http://schemas.microsoft.com/office/drawing/2014/main" id="{FE6422B0-F7D0-441D-A781-6DC4F972B680}"/>
              </a:ext>
            </a:extLst>
          </p:cNvPr>
          <p:cNvPicPr>
            <a:picLocks noChangeAspect="1"/>
          </p:cNvPicPr>
          <p:nvPr/>
        </p:nvPicPr>
        <p:blipFill>
          <a:blip r:embed="rId4"/>
          <a:stretch>
            <a:fillRect/>
          </a:stretch>
        </p:blipFill>
        <p:spPr>
          <a:xfrm>
            <a:off x="457200" y="5527450"/>
            <a:ext cx="7364606" cy="597460"/>
          </a:xfrm>
          <a:prstGeom prst="rect">
            <a:avLst/>
          </a:prstGeom>
        </p:spPr>
      </p:pic>
      <p:sp>
        <p:nvSpPr>
          <p:cNvPr id="28" name="Takeaway Text">
            <a:extLst>
              <a:ext uri="{FF2B5EF4-FFF2-40B4-BE49-F238E27FC236}">
                <a16:creationId xmlns:a16="http://schemas.microsoft.com/office/drawing/2014/main" id="{DEC3D7A2-0198-47D9-903D-FE6818651879}"/>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8" name="WBD logo">
            <a:extLst>
              <a:ext uri="{FF2B5EF4-FFF2-40B4-BE49-F238E27FC236}">
                <a16:creationId xmlns:a16="http://schemas.microsoft.com/office/drawing/2014/main" id="{7732941A-57BF-40BB-9F51-B28598C0651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1062830205"/>
      </p:ext>
    </p:extLst>
  </p:cSld>
  <p:clrMapOvr>
    <a:masterClrMapping/>
  </p:clrMapOvr>
  <p:transition>
    <p:fade/>
  </p:transition>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N_Ttl, Sub, Cont, Tkwy, 6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F006F1-E8D2-40C5-B259-E51DEDA46E85}"/>
              </a:ext>
            </a:extLst>
          </p:cNvPr>
          <p:cNvPicPr>
            <a:picLocks noChangeAspect="1"/>
          </p:cNvPicPr>
          <p:nvPr/>
        </p:nvPicPr>
        <p:blipFill>
          <a:blip r:embed="rId2"/>
          <a:stretch>
            <a:fillRect/>
          </a:stretch>
        </p:blipFill>
        <p:spPr>
          <a:xfrm>
            <a:off x="0" y="0"/>
            <a:ext cx="8113776" cy="6858000"/>
          </a:xfrm>
          <a:prstGeom prst="rect">
            <a:avLst/>
          </a:prstGeom>
        </p:spPr>
      </p:pic>
      <p:pic>
        <p:nvPicPr>
          <p:cNvPr id="21" name="Picture 20">
            <a:extLst>
              <a:ext uri="{FF2B5EF4-FFF2-40B4-BE49-F238E27FC236}">
                <a16:creationId xmlns:a16="http://schemas.microsoft.com/office/drawing/2014/main" id="{09752FF0-0508-4064-9600-5CD903569D43}"/>
              </a:ext>
            </a:extLst>
          </p:cNvPr>
          <p:cNvPicPr>
            <a:picLocks noChangeAspect="1"/>
          </p:cNvPicPr>
          <p:nvPr/>
        </p:nvPicPr>
        <p:blipFill>
          <a:blip r:embed="rId3"/>
          <a:stretch>
            <a:fillRect/>
          </a:stretch>
        </p:blipFill>
        <p:spPr>
          <a:xfrm>
            <a:off x="0" y="6565392"/>
            <a:ext cx="12192000" cy="292608"/>
          </a:xfrm>
          <a:prstGeom prst="rect">
            <a:avLst/>
          </a:prstGeom>
        </p:spPr>
      </p:pic>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a:xfrm>
            <a:off x="457200" y="420623"/>
            <a:ext cx="7315200" cy="585216"/>
          </a:xfrm>
          <a:noFill/>
          <a:ln>
            <a:noFill/>
          </a:ln>
        </p:spPr>
        <p:txBody>
          <a:bodyPr spcFirstLastPara="1" vert="horz" wrap="square" lIns="0" tIns="0" rIns="0" bIns="0" rtlCol="0" anchor="b" anchorCtr="0">
            <a:noAutofit/>
          </a:bodyPr>
          <a:lstStyle>
            <a:lvl1pPr>
              <a:defRPr lang="en-US" dirty="0">
                <a:solidFill>
                  <a:schemeClr val="bg1"/>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a:xfrm>
            <a:off x="2157984" y="6356350"/>
            <a:ext cx="5577840" cy="173736"/>
          </a:xfrm>
        </p:spPr>
        <p:txBody>
          <a:bodyPr lIns="0" rIns="0" bIns="0" anchor="b" anchorCtr="0"/>
          <a:lstStyle>
            <a:lvl1pPr>
              <a:defRPr lang="en-US" dirty="0">
                <a:solidFill>
                  <a:schemeClr val="bg1"/>
                </a:solidFill>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35" name="Content Placeholder 7">
            <a:extLst>
              <a:ext uri="{FF2B5EF4-FFF2-40B4-BE49-F238E27FC236}">
                <a16:creationId xmlns:a16="http://schemas.microsoft.com/office/drawing/2014/main" id="{8F31EDA7-9A77-4379-9611-691EB61CFD7F}"/>
              </a:ext>
            </a:extLst>
          </p:cNvPr>
          <p:cNvSpPr>
            <a:spLocks noGrp="1"/>
          </p:cNvSpPr>
          <p:nvPr>
            <p:ph sz="quarter" idx="17"/>
          </p:nvPr>
        </p:nvSpPr>
        <p:spPr>
          <a:xfrm>
            <a:off x="457200" y="1562101"/>
            <a:ext cx="7315200" cy="3869376"/>
          </a:xfrm>
        </p:spPr>
        <p:txBody>
          <a:bodyPr vert="horz" lIns="0" tIns="0" rIns="0" bIns="0" rtlCol="0">
            <a:noAutofit/>
          </a:bodyPr>
          <a:lstStyle>
            <a:lvl1pPr>
              <a:defRPr lang="en-US" dirty="0">
                <a:solidFill>
                  <a:schemeClr val="bg1"/>
                </a:solidFill>
              </a:defRPr>
            </a:lvl1pPr>
            <a:lvl2pPr>
              <a:defRPr lang="en-US"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buClr>
                <a:srgbClr val="A0A0A0"/>
              </a:buClr>
            </a:pPr>
            <a:r>
              <a:rPr lang="en-US"/>
              <a:t>Click to edit Master text styles</a:t>
            </a:r>
          </a:p>
          <a:p>
            <a:pPr lvl="1">
              <a:buClr>
                <a:srgbClr val="A0A0A0"/>
              </a:buClr>
            </a:pPr>
            <a:r>
              <a:rPr lang="en-US"/>
              <a:t>Second level</a:t>
            </a:r>
          </a:p>
          <a:p>
            <a:pPr lvl="2">
              <a:buClr>
                <a:srgbClr val="A0A0A0"/>
              </a:buClr>
            </a:pPr>
            <a:r>
              <a:rPr lang="en-US"/>
              <a:t>Third level</a:t>
            </a:r>
          </a:p>
          <a:p>
            <a:pPr lvl="3">
              <a:buClr>
                <a:srgbClr val="A0A0A0"/>
              </a:buClr>
            </a:pPr>
            <a:r>
              <a:rPr lang="en-US"/>
              <a:t>Fourth level</a:t>
            </a:r>
          </a:p>
          <a:p>
            <a:pPr lvl="4">
              <a:buClr>
                <a:srgbClr val="A0A0A0"/>
              </a:buClr>
            </a:pPr>
            <a:r>
              <a:rPr lang="en-US"/>
              <a:t>Fifth level</a:t>
            </a:r>
          </a:p>
        </p:txBody>
      </p:sp>
      <p:sp>
        <p:nvSpPr>
          <p:cNvPr id="17" name="Text Placeholder 9">
            <a:extLst>
              <a:ext uri="{FF2B5EF4-FFF2-40B4-BE49-F238E27FC236}">
                <a16:creationId xmlns:a16="http://schemas.microsoft.com/office/drawing/2014/main" id="{FD49CCFF-5AF5-4E63-AA2D-682D6BE16237}"/>
              </a:ext>
            </a:extLst>
          </p:cNvPr>
          <p:cNvSpPr>
            <a:spLocks noGrp="1"/>
          </p:cNvSpPr>
          <p:nvPr>
            <p:ph type="body" sz="quarter" idx="33" hasCustomPrompt="1"/>
          </p:nvPr>
        </p:nvSpPr>
        <p:spPr>
          <a:xfrm>
            <a:off x="457201" y="941832"/>
            <a:ext cx="7315200" cy="420624"/>
          </a:xfrm>
        </p:spPr>
        <p:txBody>
          <a:bodyPr tIns="91440"/>
          <a:lstStyle>
            <a:lvl1pPr marL="0" indent="0">
              <a:lnSpc>
                <a:spcPct val="90000"/>
              </a:lnSpc>
              <a:spcBef>
                <a:spcPts val="0"/>
              </a:spcBef>
              <a:buFont typeface="Arial" panose="020B0604020202020204" pitchFamily="34" charset="0"/>
              <a:buNone/>
              <a:defRPr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
        <p:nvSpPr>
          <p:cNvPr id="22" name="Picture Placeholder 3">
            <a:extLst>
              <a:ext uri="{FF2B5EF4-FFF2-40B4-BE49-F238E27FC236}">
                <a16:creationId xmlns:a16="http://schemas.microsoft.com/office/drawing/2014/main" id="{E44CCA12-406A-4BE0-BAC8-6ACCE8106314}"/>
              </a:ext>
            </a:extLst>
          </p:cNvPr>
          <p:cNvSpPr>
            <a:spLocks noGrp="1"/>
          </p:cNvSpPr>
          <p:nvPr>
            <p:ph type="pic" idx="25"/>
          </p:nvPr>
        </p:nvSpPr>
        <p:spPr bwMode="gray">
          <a:xfrm>
            <a:off x="8214360"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sp>
        <p:nvSpPr>
          <p:cNvPr id="23" name="Picture Placeholder 3">
            <a:extLst>
              <a:ext uri="{FF2B5EF4-FFF2-40B4-BE49-F238E27FC236}">
                <a16:creationId xmlns:a16="http://schemas.microsoft.com/office/drawing/2014/main" id="{F0C04695-7859-413E-92E8-3F748C3BE77B}"/>
              </a:ext>
            </a:extLst>
          </p:cNvPr>
          <p:cNvSpPr>
            <a:spLocks noGrp="1"/>
          </p:cNvSpPr>
          <p:nvPr>
            <p:ph type="pic" idx="28"/>
          </p:nvPr>
        </p:nvSpPr>
        <p:spPr bwMode="gray">
          <a:xfrm>
            <a:off x="8214360"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sp>
        <p:nvSpPr>
          <p:cNvPr id="24" name="Picture Placeholder 3">
            <a:extLst>
              <a:ext uri="{FF2B5EF4-FFF2-40B4-BE49-F238E27FC236}">
                <a16:creationId xmlns:a16="http://schemas.microsoft.com/office/drawing/2014/main" id="{272F77FA-2D3D-4578-8C27-976D2D974BFD}"/>
              </a:ext>
            </a:extLst>
          </p:cNvPr>
          <p:cNvSpPr>
            <a:spLocks noGrp="1"/>
          </p:cNvSpPr>
          <p:nvPr>
            <p:ph type="pic" idx="30"/>
          </p:nvPr>
        </p:nvSpPr>
        <p:spPr bwMode="gray">
          <a:xfrm>
            <a:off x="10260824" y="2250136"/>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sp>
        <p:nvSpPr>
          <p:cNvPr id="26" name="Picture Placeholder 3">
            <a:extLst>
              <a:ext uri="{FF2B5EF4-FFF2-40B4-BE49-F238E27FC236}">
                <a16:creationId xmlns:a16="http://schemas.microsoft.com/office/drawing/2014/main" id="{FE4E6B76-D8D5-4F68-AC1D-E870C7305A43}"/>
              </a:ext>
            </a:extLst>
          </p:cNvPr>
          <p:cNvSpPr>
            <a:spLocks noGrp="1"/>
          </p:cNvSpPr>
          <p:nvPr>
            <p:ph type="pic" idx="31"/>
          </p:nvPr>
        </p:nvSpPr>
        <p:spPr bwMode="gray">
          <a:xfrm>
            <a:off x="10260824" y="0"/>
            <a:ext cx="1931176" cy="2131264"/>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sp>
        <p:nvSpPr>
          <p:cNvPr id="27" name="Picture Placeholder 3">
            <a:extLst>
              <a:ext uri="{FF2B5EF4-FFF2-40B4-BE49-F238E27FC236}">
                <a16:creationId xmlns:a16="http://schemas.microsoft.com/office/drawing/2014/main" id="{61536BF1-FFE3-41E3-A9A1-2491E0D3CB58}"/>
              </a:ext>
            </a:extLst>
          </p:cNvPr>
          <p:cNvSpPr>
            <a:spLocks noGrp="1"/>
          </p:cNvSpPr>
          <p:nvPr>
            <p:ph type="pic" idx="29"/>
          </p:nvPr>
        </p:nvSpPr>
        <p:spPr bwMode="gray">
          <a:xfrm>
            <a:off x="8214360"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sp>
        <p:nvSpPr>
          <p:cNvPr id="28" name="Picture Placeholder 3">
            <a:extLst>
              <a:ext uri="{FF2B5EF4-FFF2-40B4-BE49-F238E27FC236}">
                <a16:creationId xmlns:a16="http://schemas.microsoft.com/office/drawing/2014/main" id="{1BB98BFB-A08F-47FC-A798-37E1FBC23352}"/>
              </a:ext>
            </a:extLst>
          </p:cNvPr>
          <p:cNvSpPr>
            <a:spLocks noGrp="1"/>
          </p:cNvSpPr>
          <p:nvPr>
            <p:ph type="pic" idx="32"/>
          </p:nvPr>
        </p:nvSpPr>
        <p:spPr bwMode="gray">
          <a:xfrm>
            <a:off x="10260824" y="4500272"/>
            <a:ext cx="1931176" cy="2070953"/>
          </a:xfrm>
          <a:prstGeom prst="rect">
            <a:avLst/>
          </a:prstGeom>
          <a:solidFill>
            <a:srgbClr val="DCDCDC">
              <a:alpha val="49804"/>
            </a:srgbClr>
          </a:solidFill>
          <a:ln w="28575">
            <a:noFill/>
          </a:ln>
        </p:spPr>
        <p:txBody>
          <a:bodyPr vert="horz" lIns="0" tIns="0" rIns="0" bIns="0" rtlCol="0" anchor="ctr">
            <a:normAutofit/>
          </a:bodyPr>
          <a:lstStyle>
            <a:lvl1pPr>
              <a:defRPr lang="en-US" sz="900" dirty="0">
                <a:latin typeface="+mn-lt"/>
                <a:ea typeface="Inter Medium" panose="02000503000000020004" pitchFamily="2" charset="0"/>
              </a:defRPr>
            </a:lvl1pPr>
          </a:lstStyle>
          <a:p>
            <a:pPr lvl="0" algn="ctr">
              <a:buNone/>
            </a:pPr>
            <a:r>
              <a:rPr lang="en-US"/>
              <a:t>Click icon to add picture</a:t>
            </a:r>
          </a:p>
        </p:txBody>
      </p:sp>
      <p:pic>
        <p:nvPicPr>
          <p:cNvPr id="20" name="Takeaway box png">
            <a:extLst>
              <a:ext uri="{FF2B5EF4-FFF2-40B4-BE49-F238E27FC236}">
                <a16:creationId xmlns:a16="http://schemas.microsoft.com/office/drawing/2014/main" id="{7D059729-8461-4F5C-BF18-10BC1B2F7035}"/>
              </a:ext>
            </a:extLst>
          </p:cNvPr>
          <p:cNvPicPr>
            <a:picLocks noChangeAspect="1"/>
          </p:cNvPicPr>
          <p:nvPr/>
        </p:nvPicPr>
        <p:blipFill>
          <a:blip r:embed="rId4"/>
          <a:stretch>
            <a:fillRect/>
          </a:stretch>
        </p:blipFill>
        <p:spPr>
          <a:xfrm>
            <a:off x="457200" y="5527450"/>
            <a:ext cx="7364606" cy="597460"/>
          </a:xfrm>
          <a:prstGeom prst="rect">
            <a:avLst/>
          </a:prstGeom>
        </p:spPr>
      </p:pic>
      <p:sp>
        <p:nvSpPr>
          <p:cNvPr id="25" name="Takeaway Text">
            <a:extLst>
              <a:ext uri="{FF2B5EF4-FFF2-40B4-BE49-F238E27FC236}">
                <a16:creationId xmlns:a16="http://schemas.microsoft.com/office/drawing/2014/main" id="{F3D373D9-2680-4513-A4A7-8CD388477F9D}"/>
              </a:ext>
            </a:extLst>
          </p:cNvPr>
          <p:cNvSpPr>
            <a:spLocks noGrp="1"/>
          </p:cNvSpPr>
          <p:nvPr>
            <p:ph type="body" sz="quarter" idx="16" hasCustomPrompt="1"/>
          </p:nvPr>
        </p:nvSpPr>
        <p:spPr>
          <a:xfrm>
            <a:off x="521208" y="5532090"/>
            <a:ext cx="7214616" cy="594360"/>
          </a:xfrm>
          <a:prstGeom prst="rect">
            <a:avLst/>
          </a:prstGeom>
        </p:spPr>
        <p:txBody>
          <a:bodyPr anchor="ctr" anchorCtr="0"/>
          <a:lstStyle>
            <a:lvl1pPr marL="0" indent="0" algn="ctr">
              <a:buNone/>
              <a:defRPr b="0">
                <a:solidFill>
                  <a:schemeClr val="bg1"/>
                </a:solidFill>
                <a:latin typeface="+mj-lt"/>
              </a:defRPr>
            </a:lvl1pPr>
          </a:lstStyle>
          <a:p>
            <a:pPr lvl="0"/>
            <a:r>
              <a:rPr lang="en-US"/>
              <a:t>Click to Add Takeaway</a:t>
            </a:r>
          </a:p>
        </p:txBody>
      </p:sp>
      <p:pic>
        <p:nvPicPr>
          <p:cNvPr id="18" name="WBD logo">
            <a:extLst>
              <a:ext uri="{FF2B5EF4-FFF2-40B4-BE49-F238E27FC236}">
                <a16:creationId xmlns:a16="http://schemas.microsoft.com/office/drawing/2014/main" id="{E9648F2F-B398-4DCA-A7E5-776976D0456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61296" y="6181645"/>
            <a:ext cx="1600200" cy="325966"/>
          </a:xfrm>
          <a:prstGeom prst="rect">
            <a:avLst/>
          </a:prstGeom>
        </p:spPr>
      </p:pic>
    </p:spTree>
    <p:extLst>
      <p:ext uri="{BB962C8B-B14F-4D97-AF65-F5344CB8AC3E}">
        <p14:creationId xmlns:p14="http://schemas.microsoft.com/office/powerpoint/2010/main" val="3814118698"/>
      </p:ext>
    </p:extLst>
  </p:cSld>
  <p:clrMapOvr>
    <a:masterClrMapping/>
  </p:clrMapOvr>
  <p:transition>
    <p:fade/>
  </p:transition>
  <p:extLst>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O_Photo: Full Screen Photo">
    <p:bg>
      <p:bgPr>
        <a:solidFill>
          <a:srgbClr val="FFFFFF"/>
        </a:solidFill>
        <a:effectLst/>
      </p:bgPr>
    </p:bg>
    <p:spTree>
      <p:nvGrpSpPr>
        <p:cNvPr id="1" name=""/>
        <p:cNvGrpSpPr/>
        <p:nvPr/>
      </p:nvGrpSpPr>
      <p:grpSpPr>
        <a:xfrm>
          <a:off x="0" y="0"/>
          <a:ext cx="0" cy="0"/>
          <a:chOff x="0" y="0"/>
          <a:chExt cx="0" cy="0"/>
        </a:xfrm>
      </p:grpSpPr>
      <p:sp>
        <p:nvSpPr>
          <p:cNvPr id="3" name="Picture Placeholder"/>
          <p:cNvSpPr>
            <a:spLocks noGrp="1"/>
          </p:cNvSpPr>
          <p:nvPr>
            <p:ph type="pic" sz="quarter" idx="10"/>
          </p:nvPr>
        </p:nvSpPr>
        <p:spPr>
          <a:xfrm>
            <a:off x="-3048" y="0"/>
            <a:ext cx="12198096"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 name="Slide Number Placeholder 10"/>
          <p:cNvSpPr>
            <a:spLocks noGrp="1"/>
          </p:cNvSpPr>
          <p:nvPr>
            <p:ph type="sldNum" sz="quarter" idx="4"/>
          </p:nvPr>
        </p:nvSpPr>
        <p:spPr>
          <a:xfrm>
            <a:off x="11704320" y="6656832"/>
            <a:ext cx="237744" cy="128016"/>
          </a:xfrm>
          <a:prstGeom prst="rect">
            <a:avLst/>
          </a:prstGeom>
          <a:noFill/>
          <a:ln>
            <a:noFill/>
          </a:ln>
        </p:spPr>
        <p:txBody>
          <a:bodyPr spcFirstLastPara="1" wrap="square" lIns="0" tIns="0" rIns="27425" bIns="0" anchor="b" anchorCtr="0">
            <a:noAutofit/>
          </a:bodyPr>
          <a:lstStyle>
            <a:lvl1pPr>
              <a:defRPr lang="en-US"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3825965316"/>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O_Photo: 2-up">
    <p:bg>
      <p:bgPr>
        <a:solidFill>
          <a:schemeClr val="bg1"/>
        </a:solidFill>
        <a:effectLst/>
      </p:bgPr>
    </p:bg>
    <p:spTree>
      <p:nvGrpSpPr>
        <p:cNvPr id="1" name=""/>
        <p:cNvGrpSpPr/>
        <p:nvPr/>
      </p:nvGrpSpPr>
      <p:grpSpPr>
        <a:xfrm>
          <a:off x="0" y="0"/>
          <a:ext cx="0" cy="0"/>
          <a:chOff x="0" y="0"/>
          <a:chExt cx="0" cy="0"/>
        </a:xfrm>
      </p:grpSpPr>
      <p:sp>
        <p:nvSpPr>
          <p:cNvPr id="23" name="Picture Placeholder 2"/>
          <p:cNvSpPr>
            <a:spLocks noGrp="1"/>
          </p:cNvSpPr>
          <p:nvPr>
            <p:ph type="pic" idx="22"/>
          </p:nvPr>
        </p:nvSpPr>
        <p:spPr bwMode="gray">
          <a:xfrm>
            <a:off x="6156960" y="0"/>
            <a:ext cx="60350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60350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3970229437"/>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Photo: 3-up with gutters">
    <p:bg>
      <p:bgPr>
        <a:solidFill>
          <a:schemeClr val="bg1"/>
        </a:solidFill>
        <a:effectLst/>
      </p:bgPr>
    </p:bg>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4107180" y="0"/>
            <a:ext cx="3977640" cy="6858000"/>
          </a:xfrm>
          <a:solidFill>
            <a:srgbClr val="DCDCDC">
              <a:alpha val="49804"/>
            </a:srgbClr>
          </a:solidFill>
          <a:ln w="28575">
            <a:noFill/>
          </a:ln>
        </p:spPr>
        <p:txBody>
          <a:bodyPr vert="horz" lIns="0" tIns="0" rIns="0" bIns="0" rtlCol="0" anchor="ctr">
            <a:normAutofit/>
          </a:bodyPr>
          <a:lstStyle>
            <a:lvl1pPr>
              <a:defRPr lang="en-US" sz="900" dirty="0"/>
            </a:lvl1pPr>
          </a:lstStyle>
          <a:p>
            <a:pPr marL="0" lvl="0" indent="0" algn="ctr">
              <a:buNone/>
            </a:pPr>
            <a:r>
              <a:rPr lang="en-US"/>
              <a:t>Click icon to add picture</a:t>
            </a:r>
          </a:p>
        </p:txBody>
      </p:sp>
      <p:sp>
        <p:nvSpPr>
          <p:cNvPr id="20" name="Picture Placeholder 2"/>
          <p:cNvSpPr>
            <a:spLocks noGrp="1"/>
          </p:cNvSpPr>
          <p:nvPr>
            <p:ph type="pic" idx="10"/>
          </p:nvPr>
        </p:nvSpPr>
        <p:spPr bwMode="gray">
          <a:xfrm>
            <a:off x="0" y="0"/>
            <a:ext cx="3977640" cy="6858000"/>
          </a:xfrm>
          <a:solidFill>
            <a:srgbClr val="DCDCDC">
              <a:alpha val="49804"/>
            </a:srgbClr>
          </a:solidFill>
          <a:ln w="28575">
            <a:noFill/>
          </a:ln>
        </p:spPr>
        <p:txBody>
          <a:bodyPr vert="horz" lIns="0" tIns="0" rIns="0" bIns="0" rtlCol="0" anchor="ctr">
            <a:normAutofit/>
          </a:bodyPr>
          <a:lstStyle>
            <a:lvl1pPr>
              <a:defRPr lang="en-US" sz="900" dirty="0"/>
            </a:lvl1pPr>
          </a:lstStyle>
          <a:p>
            <a:pPr marL="0" lvl="0" indent="0" algn="ctr">
              <a:buNone/>
            </a:pPr>
            <a:r>
              <a:rPr lang="en-US"/>
              <a:t>Click icon to add picture</a:t>
            </a:r>
          </a:p>
        </p:txBody>
      </p:sp>
      <p:sp>
        <p:nvSpPr>
          <p:cNvPr id="7" name="Picture Placeholder 1"/>
          <p:cNvSpPr>
            <a:spLocks noGrp="1"/>
          </p:cNvSpPr>
          <p:nvPr>
            <p:ph type="pic" idx="25"/>
          </p:nvPr>
        </p:nvSpPr>
        <p:spPr bwMode="gray">
          <a:xfrm>
            <a:off x="8214360" y="0"/>
            <a:ext cx="3977640" cy="6858000"/>
          </a:xfrm>
          <a:solidFill>
            <a:srgbClr val="DCDCDC">
              <a:alpha val="49804"/>
            </a:srgbClr>
          </a:solidFill>
          <a:ln w="28575">
            <a:noFill/>
          </a:ln>
        </p:spPr>
        <p:txBody>
          <a:bodyPr vert="horz" lIns="0" tIns="0" rIns="0" bIns="0" rtlCol="0" anchor="ctr">
            <a:normAutofit/>
          </a:bodyPr>
          <a:lstStyle>
            <a:lvl1pPr>
              <a:defRPr lang="en-US" sz="900" dirty="0"/>
            </a:lvl1pPr>
          </a:lstStyle>
          <a:p>
            <a:pPr marL="0" lvl="0" indent="0" algn="ctr">
              <a:buNone/>
            </a:pPr>
            <a:r>
              <a:rPr lang="en-US"/>
              <a:t>Click icon to add picture</a:t>
            </a:r>
          </a:p>
        </p:txBody>
      </p:sp>
      <p:sp>
        <p:nvSpPr>
          <p:cNvPr id="8" name="Slide Number Placeholder 10">
            <a:extLst>
              <a:ext uri="{FF2B5EF4-FFF2-40B4-BE49-F238E27FC236}">
                <a16:creationId xmlns:a16="http://schemas.microsoft.com/office/drawing/2014/main" id="{03476E03-3249-4289-A847-53DBE7CFDE38}"/>
              </a:ext>
            </a:extLst>
          </p:cNvPr>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1537005437"/>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O_Photo: 4-up">
    <p:bg>
      <p:bgPr>
        <a:solidFill>
          <a:schemeClr val="bg1"/>
        </a:solidFill>
        <a:effectLst/>
      </p:bgPr>
    </p:bg>
    <p:spTree>
      <p:nvGrpSpPr>
        <p:cNvPr id="1" name=""/>
        <p:cNvGrpSpPr/>
        <p:nvPr/>
      </p:nvGrpSpPr>
      <p:grpSpPr>
        <a:xfrm>
          <a:off x="0" y="0"/>
          <a:ext cx="0" cy="0"/>
          <a:chOff x="0" y="0"/>
          <a:chExt cx="0" cy="0"/>
        </a:xfrm>
      </p:grpSpPr>
      <p:sp>
        <p:nvSpPr>
          <p:cNvPr id="68" name="Picture Placeholder 4"/>
          <p:cNvSpPr>
            <a:spLocks noGrp="1"/>
          </p:cNvSpPr>
          <p:nvPr>
            <p:ph type="pic" idx="23"/>
          </p:nvPr>
        </p:nvSpPr>
        <p:spPr bwMode="gray">
          <a:xfrm>
            <a:off x="6156960" y="3483864"/>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p:cNvSpPr>
            <a:spLocks noGrp="1"/>
          </p:cNvSpPr>
          <p:nvPr>
            <p:ph type="pic" idx="22"/>
          </p:nvPr>
        </p:nvSpPr>
        <p:spPr bwMode="gray">
          <a:xfrm>
            <a:off x="6156960" y="0"/>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9" name="Picture Placeholder 2"/>
          <p:cNvSpPr>
            <a:spLocks noGrp="1"/>
          </p:cNvSpPr>
          <p:nvPr>
            <p:ph type="pic" idx="24"/>
          </p:nvPr>
        </p:nvSpPr>
        <p:spPr bwMode="gray">
          <a:xfrm>
            <a:off x="0" y="3483864"/>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1761888620"/>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O_Photo: 6-up">
    <p:bg>
      <p:bgPr>
        <a:solidFill>
          <a:schemeClr val="bg1"/>
        </a:solidFill>
        <a:effectLst/>
      </p:bgPr>
    </p:bg>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410718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3"/>
          <p:cNvSpPr>
            <a:spLocks noGrp="1"/>
          </p:cNvSpPr>
          <p:nvPr>
            <p:ph type="pic" idx="25"/>
          </p:nvPr>
        </p:nvSpPr>
        <p:spPr bwMode="gray">
          <a:xfrm>
            <a:off x="821436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9" name="Picture Placeholder 3"/>
          <p:cNvSpPr>
            <a:spLocks noGrp="1"/>
          </p:cNvSpPr>
          <p:nvPr>
            <p:ph type="pic" idx="26"/>
          </p:nvPr>
        </p:nvSpPr>
        <p:spPr bwMode="gray">
          <a:xfrm>
            <a:off x="410718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27"/>
          </p:nvPr>
        </p:nvSpPr>
        <p:spPr bwMode="gray">
          <a:xfrm>
            <a:off x="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8"/>
          </p:nvPr>
        </p:nvSpPr>
        <p:spPr bwMode="gray">
          <a:xfrm>
            <a:off x="821436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3415278827"/>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O_Photo: 8-up">
    <p:bg>
      <p:bgPr>
        <a:solidFill>
          <a:schemeClr val="bg1"/>
        </a:solidFill>
        <a:effectLst/>
      </p:bgPr>
    </p:bg>
    <p:spTree>
      <p:nvGrpSpPr>
        <p:cNvPr id="1" name=""/>
        <p:cNvGrpSpPr/>
        <p:nvPr/>
      </p:nvGrpSpPr>
      <p:grpSpPr>
        <a:xfrm>
          <a:off x="0" y="0"/>
          <a:ext cx="0" cy="0"/>
          <a:chOff x="0" y="0"/>
          <a:chExt cx="0" cy="0"/>
        </a:xfrm>
      </p:grpSpPr>
      <p:sp>
        <p:nvSpPr>
          <p:cNvPr id="26" name="Picture Placeholder 8"/>
          <p:cNvSpPr>
            <a:spLocks noGrp="1"/>
          </p:cNvSpPr>
          <p:nvPr>
            <p:ph type="pic" idx="15"/>
          </p:nvPr>
        </p:nvSpPr>
        <p:spPr bwMode="gray">
          <a:xfrm>
            <a:off x="9247632"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7"/>
          <p:cNvSpPr>
            <a:spLocks noGrp="1"/>
          </p:cNvSpPr>
          <p:nvPr>
            <p:ph type="pic" idx="13"/>
          </p:nvPr>
        </p:nvSpPr>
        <p:spPr bwMode="gray">
          <a:xfrm>
            <a:off x="924763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6"/>
          <p:cNvSpPr>
            <a:spLocks noGrp="1"/>
          </p:cNvSpPr>
          <p:nvPr>
            <p:ph type="pic" idx="14"/>
          </p:nvPr>
        </p:nvSpPr>
        <p:spPr bwMode="gray">
          <a:xfrm>
            <a:off x="6163056"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5"/>
          <p:cNvSpPr>
            <a:spLocks noGrp="1"/>
          </p:cNvSpPr>
          <p:nvPr>
            <p:ph type="pic" idx="16"/>
          </p:nvPr>
        </p:nvSpPr>
        <p:spPr bwMode="gray">
          <a:xfrm>
            <a:off x="6163056"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4"/>
          <p:cNvSpPr>
            <a:spLocks noGrp="1"/>
          </p:cNvSpPr>
          <p:nvPr>
            <p:ph type="pic" idx="10"/>
          </p:nvPr>
        </p:nvSpPr>
        <p:spPr bwMode="gray">
          <a:xfrm>
            <a:off x="3081528"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p:cNvSpPr>
            <a:spLocks noGrp="1"/>
          </p:cNvSpPr>
          <p:nvPr>
            <p:ph type="pic" idx="17"/>
          </p:nvPr>
        </p:nvSpPr>
        <p:spPr bwMode="gray">
          <a:xfrm>
            <a:off x="3081528"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2"/>
          <p:cNvSpPr>
            <a:spLocks noGrp="1"/>
          </p:cNvSpPr>
          <p:nvPr>
            <p:ph type="pic" idx="12"/>
          </p:nvPr>
        </p:nvSpPr>
        <p:spPr bwMode="gray">
          <a:xfrm>
            <a:off x="0"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1"/>
          <p:cNvSpPr>
            <a:spLocks noGrp="1"/>
          </p:cNvSpPr>
          <p:nvPr>
            <p:ph type="pic" idx="1"/>
          </p:nvPr>
        </p:nvSpPr>
        <p:spPr bwMode="gray">
          <a:xfrm>
            <a:off x="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4240564775"/>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O_Photo: 16-up">
    <p:bg>
      <p:bgPr>
        <a:solidFill>
          <a:srgbClr val="FFFFFF"/>
        </a:solidFill>
        <a:effectLst/>
      </p:bgPr>
    </p:bg>
    <p:spTree>
      <p:nvGrpSpPr>
        <p:cNvPr id="1" name=""/>
        <p:cNvGrpSpPr/>
        <p:nvPr/>
      </p:nvGrpSpPr>
      <p:grpSpPr>
        <a:xfrm>
          <a:off x="0" y="0"/>
          <a:ext cx="0" cy="0"/>
          <a:chOff x="0" y="0"/>
          <a:chExt cx="0" cy="0"/>
        </a:xfrm>
      </p:grpSpPr>
      <p:sp>
        <p:nvSpPr>
          <p:cNvPr id="44" name="Picture Placeholder 16"/>
          <p:cNvSpPr>
            <a:spLocks noGrp="1"/>
          </p:cNvSpPr>
          <p:nvPr>
            <p:ph type="pic" sz="quarter" idx="18"/>
          </p:nvPr>
        </p:nvSpPr>
        <p:spPr>
          <a:xfrm>
            <a:off x="9247632" y="5230368"/>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8" name="Picture Placeholder 15"/>
          <p:cNvSpPr>
            <a:spLocks noGrp="1"/>
          </p:cNvSpPr>
          <p:nvPr>
            <p:ph type="pic" sz="quarter" idx="22"/>
          </p:nvPr>
        </p:nvSpPr>
        <p:spPr>
          <a:xfrm>
            <a:off x="6165087" y="5230368"/>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2" name="Picture Placeholder 14"/>
          <p:cNvSpPr>
            <a:spLocks noGrp="1"/>
          </p:cNvSpPr>
          <p:nvPr>
            <p:ph type="pic" sz="quarter" idx="26"/>
          </p:nvPr>
        </p:nvSpPr>
        <p:spPr>
          <a:xfrm>
            <a:off x="3082543" y="5230368"/>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6" name="Picture Placeholder 13"/>
          <p:cNvSpPr>
            <a:spLocks noGrp="1"/>
          </p:cNvSpPr>
          <p:nvPr>
            <p:ph type="pic" sz="quarter" idx="30"/>
          </p:nvPr>
        </p:nvSpPr>
        <p:spPr>
          <a:xfrm>
            <a:off x="0" y="5230368"/>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3" name="Picture Placeholder 12"/>
          <p:cNvSpPr>
            <a:spLocks noGrp="1"/>
          </p:cNvSpPr>
          <p:nvPr>
            <p:ph type="pic" sz="quarter" idx="17"/>
          </p:nvPr>
        </p:nvSpPr>
        <p:spPr>
          <a:xfrm>
            <a:off x="9247632" y="348386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7" name="Picture Placeholder 11"/>
          <p:cNvSpPr>
            <a:spLocks noGrp="1"/>
          </p:cNvSpPr>
          <p:nvPr>
            <p:ph type="pic" sz="quarter" idx="21"/>
          </p:nvPr>
        </p:nvSpPr>
        <p:spPr>
          <a:xfrm>
            <a:off x="6165087" y="348386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1" name="Picture Placeholder 10"/>
          <p:cNvSpPr>
            <a:spLocks noGrp="1"/>
          </p:cNvSpPr>
          <p:nvPr>
            <p:ph type="pic" sz="quarter" idx="25"/>
          </p:nvPr>
        </p:nvSpPr>
        <p:spPr>
          <a:xfrm>
            <a:off x="3082543" y="348386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5" name="Picture Placeholder 9"/>
          <p:cNvSpPr>
            <a:spLocks noGrp="1"/>
          </p:cNvSpPr>
          <p:nvPr>
            <p:ph type="pic" sz="quarter" idx="29"/>
          </p:nvPr>
        </p:nvSpPr>
        <p:spPr>
          <a:xfrm>
            <a:off x="0" y="348386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2" name="Picture Placeholder 8"/>
          <p:cNvSpPr>
            <a:spLocks noGrp="1"/>
          </p:cNvSpPr>
          <p:nvPr>
            <p:ph type="pic" sz="quarter" idx="16"/>
          </p:nvPr>
        </p:nvSpPr>
        <p:spPr>
          <a:xfrm>
            <a:off x="9247632" y="174650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6" name="Picture Placeholder 7"/>
          <p:cNvSpPr>
            <a:spLocks noGrp="1"/>
          </p:cNvSpPr>
          <p:nvPr>
            <p:ph type="pic" sz="quarter" idx="20"/>
          </p:nvPr>
        </p:nvSpPr>
        <p:spPr>
          <a:xfrm>
            <a:off x="6165087" y="174650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0" name="Picture Placeholder 6"/>
          <p:cNvSpPr>
            <a:spLocks noGrp="1"/>
          </p:cNvSpPr>
          <p:nvPr>
            <p:ph type="pic" sz="quarter" idx="24"/>
          </p:nvPr>
        </p:nvSpPr>
        <p:spPr>
          <a:xfrm>
            <a:off x="3082543" y="174650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4" name="Picture Placeholder 5"/>
          <p:cNvSpPr>
            <a:spLocks noGrp="1"/>
          </p:cNvSpPr>
          <p:nvPr>
            <p:ph type="pic" sz="quarter" idx="28"/>
          </p:nvPr>
        </p:nvSpPr>
        <p:spPr>
          <a:xfrm>
            <a:off x="0" y="1746504"/>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1" name="Picture Placeholder 4"/>
          <p:cNvSpPr>
            <a:spLocks noGrp="1"/>
          </p:cNvSpPr>
          <p:nvPr>
            <p:ph type="pic" sz="quarter" idx="11"/>
          </p:nvPr>
        </p:nvSpPr>
        <p:spPr>
          <a:xfrm>
            <a:off x="9247632" y="0"/>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5" name="Picture Placeholder 3"/>
          <p:cNvSpPr>
            <a:spLocks noGrp="1"/>
          </p:cNvSpPr>
          <p:nvPr>
            <p:ph type="pic" sz="quarter" idx="19"/>
          </p:nvPr>
        </p:nvSpPr>
        <p:spPr>
          <a:xfrm>
            <a:off x="6165087" y="0"/>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9" name="Picture Placeholder 2"/>
          <p:cNvSpPr>
            <a:spLocks noGrp="1"/>
          </p:cNvSpPr>
          <p:nvPr>
            <p:ph type="pic" sz="quarter" idx="23"/>
          </p:nvPr>
        </p:nvSpPr>
        <p:spPr>
          <a:xfrm>
            <a:off x="3082543" y="0"/>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8" name="Picture Placeholder 2"/>
          <p:cNvSpPr>
            <a:spLocks noGrp="1"/>
          </p:cNvSpPr>
          <p:nvPr>
            <p:ph type="pic" sz="quarter" idx="31"/>
          </p:nvPr>
        </p:nvSpPr>
        <p:spPr>
          <a:xfrm>
            <a:off x="0" y="12700"/>
            <a:ext cx="2944368"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9"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2214618538"/>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O_Photo: 20-up">
    <p:bg>
      <p:bgPr>
        <a:solidFill>
          <a:schemeClr val="bg1"/>
        </a:solidFill>
        <a:effectLst/>
      </p:bgPr>
    </p:bg>
    <p:spTree>
      <p:nvGrpSpPr>
        <p:cNvPr id="1" name=""/>
        <p:cNvGrpSpPr/>
        <p:nvPr/>
      </p:nvGrpSpPr>
      <p:grpSpPr>
        <a:xfrm>
          <a:off x="0" y="0"/>
          <a:ext cx="0" cy="0"/>
          <a:chOff x="0" y="0"/>
          <a:chExt cx="0" cy="0"/>
        </a:xfrm>
      </p:grpSpPr>
      <p:sp>
        <p:nvSpPr>
          <p:cNvPr id="164" name="Picture Placeholder 20"/>
          <p:cNvSpPr>
            <a:spLocks noGrp="1"/>
          </p:cNvSpPr>
          <p:nvPr>
            <p:ph type="pic" sz="quarter" idx="29"/>
          </p:nvPr>
        </p:nvSpPr>
        <p:spPr>
          <a:xfrm>
            <a:off x="9860280" y="5230368"/>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60" name="Picture Placeholder 19"/>
          <p:cNvSpPr>
            <a:spLocks noGrp="1"/>
          </p:cNvSpPr>
          <p:nvPr>
            <p:ph type="pic" sz="quarter" idx="28"/>
          </p:nvPr>
        </p:nvSpPr>
        <p:spPr>
          <a:xfrm>
            <a:off x="9860280" y="3486912"/>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58" name="Picture Placeholder 18"/>
          <p:cNvSpPr>
            <a:spLocks noGrp="1"/>
          </p:cNvSpPr>
          <p:nvPr>
            <p:ph type="pic" sz="quarter" idx="27"/>
          </p:nvPr>
        </p:nvSpPr>
        <p:spPr>
          <a:xfrm>
            <a:off x="9860280" y="1743456"/>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56" name="Picture Placeholder 17"/>
          <p:cNvSpPr>
            <a:spLocks noGrp="1"/>
          </p:cNvSpPr>
          <p:nvPr>
            <p:ph type="pic" sz="quarter" idx="26"/>
          </p:nvPr>
        </p:nvSpPr>
        <p:spPr>
          <a:xfrm>
            <a:off x="9860280" y="0"/>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54" name="Picture Placeholder 16"/>
          <p:cNvSpPr>
            <a:spLocks noGrp="1"/>
          </p:cNvSpPr>
          <p:nvPr>
            <p:ph type="pic" sz="quarter" idx="25"/>
          </p:nvPr>
        </p:nvSpPr>
        <p:spPr>
          <a:xfrm>
            <a:off x="7395210" y="5230368"/>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52" name="Picture Placeholder 15"/>
          <p:cNvSpPr>
            <a:spLocks noGrp="1"/>
          </p:cNvSpPr>
          <p:nvPr>
            <p:ph type="pic" sz="quarter" idx="24"/>
          </p:nvPr>
        </p:nvSpPr>
        <p:spPr>
          <a:xfrm>
            <a:off x="7395210" y="3486912"/>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50" name="Picture Placeholder 14"/>
          <p:cNvSpPr>
            <a:spLocks noGrp="1"/>
          </p:cNvSpPr>
          <p:nvPr>
            <p:ph type="pic" sz="quarter" idx="23"/>
          </p:nvPr>
        </p:nvSpPr>
        <p:spPr>
          <a:xfrm>
            <a:off x="7395210" y="1743456"/>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8" name="Picture Placeholder 13"/>
          <p:cNvSpPr>
            <a:spLocks noGrp="1"/>
          </p:cNvSpPr>
          <p:nvPr>
            <p:ph type="pic" sz="quarter" idx="22"/>
          </p:nvPr>
        </p:nvSpPr>
        <p:spPr>
          <a:xfrm>
            <a:off x="7395210" y="0"/>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7" name="Picture Placeholder 12"/>
          <p:cNvSpPr>
            <a:spLocks noGrp="1"/>
          </p:cNvSpPr>
          <p:nvPr>
            <p:ph type="pic" sz="quarter" idx="21"/>
          </p:nvPr>
        </p:nvSpPr>
        <p:spPr>
          <a:xfrm>
            <a:off x="4930140" y="5230368"/>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5" name="Picture Placeholder 11"/>
          <p:cNvSpPr>
            <a:spLocks noGrp="1"/>
          </p:cNvSpPr>
          <p:nvPr>
            <p:ph type="pic" sz="quarter" idx="20"/>
          </p:nvPr>
        </p:nvSpPr>
        <p:spPr>
          <a:xfrm>
            <a:off x="4930140" y="3486912"/>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1" name="Picture Placeholder 10"/>
          <p:cNvSpPr>
            <a:spLocks noGrp="1"/>
          </p:cNvSpPr>
          <p:nvPr>
            <p:ph type="pic" sz="quarter" idx="19"/>
          </p:nvPr>
        </p:nvSpPr>
        <p:spPr>
          <a:xfrm>
            <a:off x="4930140" y="1743456"/>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9" name="Picture Placeholder 9"/>
          <p:cNvSpPr>
            <a:spLocks noGrp="1"/>
          </p:cNvSpPr>
          <p:nvPr>
            <p:ph type="pic" sz="quarter" idx="18"/>
          </p:nvPr>
        </p:nvSpPr>
        <p:spPr>
          <a:xfrm>
            <a:off x="4930140" y="0"/>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1" name="Picture Placeholder 8"/>
          <p:cNvSpPr>
            <a:spLocks noGrp="1"/>
          </p:cNvSpPr>
          <p:nvPr>
            <p:ph type="pic" sz="quarter" idx="17"/>
          </p:nvPr>
        </p:nvSpPr>
        <p:spPr>
          <a:xfrm>
            <a:off x="2465070" y="5230368"/>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8" name="Picture Placeholder 7"/>
          <p:cNvSpPr>
            <a:spLocks noGrp="1"/>
          </p:cNvSpPr>
          <p:nvPr>
            <p:ph type="pic" sz="quarter" idx="16"/>
          </p:nvPr>
        </p:nvSpPr>
        <p:spPr>
          <a:xfrm>
            <a:off x="2465070" y="3486912"/>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6" name="Picture Placeholder 6"/>
          <p:cNvSpPr>
            <a:spLocks noGrp="1"/>
          </p:cNvSpPr>
          <p:nvPr>
            <p:ph type="pic" sz="quarter" idx="15"/>
          </p:nvPr>
        </p:nvSpPr>
        <p:spPr>
          <a:xfrm>
            <a:off x="2465070" y="1743456"/>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 name="Picture Placeholder 5"/>
          <p:cNvSpPr>
            <a:spLocks noGrp="1"/>
          </p:cNvSpPr>
          <p:nvPr>
            <p:ph type="pic" sz="quarter" idx="14"/>
          </p:nvPr>
        </p:nvSpPr>
        <p:spPr>
          <a:xfrm>
            <a:off x="2465070" y="0"/>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Picture Placeholder 4"/>
          <p:cNvSpPr>
            <a:spLocks noGrp="1"/>
          </p:cNvSpPr>
          <p:nvPr>
            <p:ph type="pic" sz="quarter" idx="13"/>
          </p:nvPr>
        </p:nvSpPr>
        <p:spPr>
          <a:xfrm>
            <a:off x="0" y="5230368"/>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9" name="Picture Placeholder 3"/>
          <p:cNvSpPr>
            <a:spLocks noGrp="1"/>
          </p:cNvSpPr>
          <p:nvPr>
            <p:ph type="pic" sz="quarter" idx="12"/>
          </p:nvPr>
        </p:nvSpPr>
        <p:spPr>
          <a:xfrm>
            <a:off x="0" y="3486150"/>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2"/>
          <p:cNvSpPr>
            <a:spLocks noGrp="1"/>
          </p:cNvSpPr>
          <p:nvPr>
            <p:ph type="pic" sz="quarter" idx="11"/>
          </p:nvPr>
        </p:nvSpPr>
        <p:spPr>
          <a:xfrm>
            <a:off x="0" y="1741932"/>
            <a:ext cx="2331720" cy="1627632"/>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3" name="Picture Placeholder 1"/>
          <p:cNvSpPr>
            <a:spLocks noGrp="1"/>
          </p:cNvSpPr>
          <p:nvPr>
            <p:ph type="pic" sz="quarter" idx="10"/>
          </p:nvPr>
        </p:nvSpPr>
        <p:spPr>
          <a:xfrm>
            <a:off x="0" y="0"/>
            <a:ext cx="2331720" cy="162534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2880107422"/>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O_Photo: Mosaic 5-up R">
    <p:bg>
      <p:bgPr>
        <a:solidFill>
          <a:schemeClr val="bg1"/>
        </a:solidFill>
        <a:effectLst/>
      </p:bgPr>
    </p:bg>
    <p:spTree>
      <p:nvGrpSpPr>
        <p:cNvPr id="1" name=""/>
        <p:cNvGrpSpPr/>
        <p:nvPr/>
      </p:nvGrpSpPr>
      <p:grpSpPr>
        <a:xfrm>
          <a:off x="0" y="0"/>
          <a:ext cx="0" cy="0"/>
          <a:chOff x="0" y="0"/>
          <a:chExt cx="0" cy="0"/>
        </a:xfrm>
      </p:grpSpPr>
      <p:sp>
        <p:nvSpPr>
          <p:cNvPr id="27" name="Picture Placeholder 5"/>
          <p:cNvSpPr>
            <a:spLocks noGrp="1"/>
          </p:cNvSpPr>
          <p:nvPr>
            <p:ph type="pic" idx="16"/>
          </p:nvPr>
        </p:nvSpPr>
        <p:spPr bwMode="gray">
          <a:xfrm>
            <a:off x="6163056" y="0"/>
            <a:ext cx="6028944"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4"/>
          <p:cNvSpPr>
            <a:spLocks noGrp="1"/>
          </p:cNvSpPr>
          <p:nvPr>
            <p:ph type="pic" idx="10"/>
          </p:nvPr>
        </p:nvSpPr>
        <p:spPr bwMode="gray">
          <a:xfrm>
            <a:off x="3081528" y="3483864"/>
            <a:ext cx="2944368" cy="337344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p:cNvSpPr>
            <a:spLocks noGrp="1"/>
          </p:cNvSpPr>
          <p:nvPr>
            <p:ph type="pic" idx="17"/>
          </p:nvPr>
        </p:nvSpPr>
        <p:spPr bwMode="gray">
          <a:xfrm>
            <a:off x="3081528"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2"/>
          <p:cNvSpPr>
            <a:spLocks noGrp="1"/>
          </p:cNvSpPr>
          <p:nvPr>
            <p:ph type="pic" idx="12"/>
          </p:nvPr>
        </p:nvSpPr>
        <p:spPr bwMode="gray">
          <a:xfrm>
            <a:off x="0"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1"/>
          <p:cNvSpPr>
            <a:spLocks noGrp="1"/>
          </p:cNvSpPr>
          <p:nvPr>
            <p:ph type="pic" idx="1"/>
          </p:nvPr>
        </p:nvSpPr>
        <p:spPr bwMode="gray">
          <a:xfrm>
            <a:off x="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2717123942"/>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O_Photo: Mosaic 5-up L">
    <p:bg>
      <p:bgPr>
        <a:solidFill>
          <a:schemeClr val="bg1"/>
        </a:solidFill>
        <a:effectLst/>
      </p:bgPr>
    </p:bg>
    <p:spTree>
      <p:nvGrpSpPr>
        <p:cNvPr id="1" name=""/>
        <p:cNvGrpSpPr/>
        <p:nvPr/>
      </p:nvGrpSpPr>
      <p:grpSpPr>
        <a:xfrm>
          <a:off x="0" y="0"/>
          <a:ext cx="0" cy="0"/>
          <a:chOff x="0" y="0"/>
          <a:chExt cx="0" cy="0"/>
        </a:xfrm>
      </p:grpSpPr>
      <p:sp>
        <p:nvSpPr>
          <p:cNvPr id="28" name="Picture Placeholder 5"/>
          <p:cNvSpPr>
            <a:spLocks noGrp="1"/>
          </p:cNvSpPr>
          <p:nvPr>
            <p:ph type="pic" idx="17"/>
          </p:nvPr>
        </p:nvSpPr>
        <p:spPr bwMode="gray">
          <a:xfrm>
            <a:off x="9247632"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4"/>
          <p:cNvSpPr>
            <a:spLocks noGrp="1"/>
          </p:cNvSpPr>
          <p:nvPr>
            <p:ph type="pic" idx="16"/>
          </p:nvPr>
        </p:nvSpPr>
        <p:spPr bwMode="gray">
          <a:xfrm>
            <a:off x="924763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3"/>
          <p:cNvSpPr>
            <a:spLocks noGrp="1"/>
          </p:cNvSpPr>
          <p:nvPr>
            <p:ph type="pic" idx="18"/>
          </p:nvPr>
        </p:nvSpPr>
        <p:spPr bwMode="gray">
          <a:xfrm>
            <a:off x="6160475"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2"/>
          <p:cNvSpPr>
            <a:spLocks noGrp="1"/>
          </p:cNvSpPr>
          <p:nvPr>
            <p:ph type="pic" idx="10"/>
          </p:nvPr>
        </p:nvSpPr>
        <p:spPr bwMode="gray">
          <a:xfrm>
            <a:off x="6160475"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1"/>
          <p:cNvSpPr>
            <a:spLocks noGrp="1"/>
          </p:cNvSpPr>
          <p:nvPr>
            <p:ph type="pic" idx="1"/>
          </p:nvPr>
        </p:nvSpPr>
        <p:spPr bwMode="gray">
          <a:xfrm>
            <a:off x="0" y="0"/>
            <a:ext cx="6017685"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3703174197"/>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O_Photo: Mosaic 4-up 2">
    <p:bg>
      <p:bgPr>
        <a:solidFill>
          <a:schemeClr val="bg1"/>
        </a:solidFill>
        <a:effectLst/>
      </p:bgPr>
    </p:bg>
    <p:spTree>
      <p:nvGrpSpPr>
        <p:cNvPr id="1" name=""/>
        <p:cNvGrpSpPr/>
        <p:nvPr/>
      </p:nvGrpSpPr>
      <p:grpSpPr>
        <a:xfrm>
          <a:off x="0" y="0"/>
          <a:ext cx="0" cy="0"/>
          <a:chOff x="0" y="0"/>
          <a:chExt cx="0" cy="0"/>
        </a:xfrm>
      </p:grpSpPr>
      <p:sp>
        <p:nvSpPr>
          <p:cNvPr id="27" name="Picture Placeholder 4"/>
          <p:cNvSpPr>
            <a:spLocks noGrp="1"/>
          </p:cNvSpPr>
          <p:nvPr>
            <p:ph type="pic" idx="16"/>
          </p:nvPr>
        </p:nvSpPr>
        <p:spPr bwMode="gray">
          <a:xfrm>
            <a:off x="6166104" y="0"/>
            <a:ext cx="6025896"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3"/>
          <p:cNvSpPr>
            <a:spLocks noGrp="1"/>
          </p:cNvSpPr>
          <p:nvPr>
            <p:ph type="pic" idx="22"/>
          </p:nvPr>
        </p:nvSpPr>
        <p:spPr bwMode="gray">
          <a:xfrm>
            <a:off x="308305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6" name="Picture Placeholder 2"/>
          <p:cNvSpPr>
            <a:spLocks noGrp="1"/>
          </p:cNvSpPr>
          <p:nvPr>
            <p:ph type="pic" idx="21"/>
          </p:nvPr>
        </p:nvSpPr>
        <p:spPr bwMode="gray">
          <a:xfrm>
            <a:off x="0" y="3483864"/>
            <a:ext cx="602742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3890485090"/>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O_Photo: Mosaic 5-up 1">
    <p:bg>
      <p:bgPr>
        <a:solidFill>
          <a:schemeClr val="bg1"/>
        </a:solidFill>
        <a:effectLst/>
      </p:bgPr>
    </p:bg>
    <p:spTree>
      <p:nvGrpSpPr>
        <p:cNvPr id="1" name=""/>
        <p:cNvGrpSpPr/>
        <p:nvPr/>
      </p:nvGrpSpPr>
      <p:grpSpPr>
        <a:xfrm>
          <a:off x="0" y="0"/>
          <a:ext cx="0" cy="0"/>
          <a:chOff x="0" y="0"/>
          <a:chExt cx="0" cy="0"/>
        </a:xfrm>
      </p:grpSpPr>
      <p:sp>
        <p:nvSpPr>
          <p:cNvPr id="25" name="Picture Placeholder 5"/>
          <p:cNvSpPr>
            <a:spLocks noGrp="1"/>
          </p:cNvSpPr>
          <p:nvPr>
            <p:ph type="pic" idx="23"/>
          </p:nvPr>
        </p:nvSpPr>
        <p:spPr bwMode="gray">
          <a:xfrm>
            <a:off x="3081528" y="3483864"/>
            <a:ext cx="9110472"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 name="Picture Placeholder 4"/>
          <p:cNvSpPr>
            <a:spLocks noGrp="1"/>
          </p:cNvSpPr>
          <p:nvPr>
            <p:ph type="pic" idx="24"/>
          </p:nvPr>
        </p:nvSpPr>
        <p:spPr bwMode="gray">
          <a:xfrm>
            <a:off x="0"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3"/>
          <p:cNvSpPr>
            <a:spLocks noGrp="1"/>
          </p:cNvSpPr>
          <p:nvPr>
            <p:ph type="pic" idx="16"/>
          </p:nvPr>
        </p:nvSpPr>
        <p:spPr bwMode="gray">
          <a:xfrm>
            <a:off x="924763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2"/>
          <p:cNvSpPr>
            <a:spLocks noGrp="1"/>
          </p:cNvSpPr>
          <p:nvPr>
            <p:ph type="pic" idx="22"/>
          </p:nvPr>
        </p:nvSpPr>
        <p:spPr bwMode="gray">
          <a:xfrm>
            <a:off x="616458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6025896"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2670323317"/>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O_Photo: Mosaic 5-up 2">
    <p:bg>
      <p:bgPr>
        <a:solidFill>
          <a:schemeClr val="bg1"/>
        </a:solidFill>
        <a:effectLst/>
      </p:bgPr>
    </p:bg>
    <p:spTree>
      <p:nvGrpSpPr>
        <p:cNvPr id="1" name=""/>
        <p:cNvGrpSpPr/>
        <p:nvPr/>
      </p:nvGrpSpPr>
      <p:grpSpPr>
        <a:xfrm>
          <a:off x="0" y="0"/>
          <a:ext cx="0" cy="0"/>
          <a:chOff x="0" y="0"/>
          <a:chExt cx="0" cy="0"/>
        </a:xfrm>
      </p:grpSpPr>
      <p:sp>
        <p:nvSpPr>
          <p:cNvPr id="21" name="Picture Placeholder 5"/>
          <p:cNvSpPr>
            <a:spLocks noGrp="1"/>
          </p:cNvSpPr>
          <p:nvPr>
            <p:ph type="pic" idx="12"/>
          </p:nvPr>
        </p:nvSpPr>
        <p:spPr bwMode="gray">
          <a:xfrm>
            <a:off x="6166104" y="3492500"/>
            <a:ext cx="6025896"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4"/>
          <p:cNvSpPr>
            <a:spLocks noGrp="1"/>
          </p:cNvSpPr>
          <p:nvPr>
            <p:ph type="pic" idx="11"/>
          </p:nvPr>
        </p:nvSpPr>
        <p:spPr bwMode="gray">
          <a:xfrm>
            <a:off x="3083052" y="349250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8" name="Picture Placeholder 3"/>
          <p:cNvSpPr>
            <a:spLocks noGrp="1"/>
          </p:cNvSpPr>
          <p:nvPr>
            <p:ph type="pic" idx="10"/>
          </p:nvPr>
        </p:nvSpPr>
        <p:spPr bwMode="gray">
          <a:xfrm>
            <a:off x="0" y="349250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2" name="Picture Placeholder 2"/>
          <p:cNvSpPr>
            <a:spLocks noGrp="1"/>
          </p:cNvSpPr>
          <p:nvPr>
            <p:ph type="pic" idx="13"/>
          </p:nvPr>
        </p:nvSpPr>
        <p:spPr bwMode="gray">
          <a:xfrm>
            <a:off x="924763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1"/>
          <p:cNvSpPr>
            <a:spLocks noGrp="1"/>
          </p:cNvSpPr>
          <p:nvPr>
            <p:ph type="pic" idx="1"/>
          </p:nvPr>
        </p:nvSpPr>
        <p:spPr bwMode="gray">
          <a:xfrm>
            <a:off x="0" y="0"/>
            <a:ext cx="9107424"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711955393"/>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O_Photo: 3-up mosaic">
    <p:bg>
      <p:bgPr>
        <a:solidFill>
          <a:schemeClr val="bg1"/>
        </a:solidFill>
        <a:effectLst/>
      </p:bgPr>
    </p:bg>
    <p:spTree>
      <p:nvGrpSpPr>
        <p:cNvPr id="1" name=""/>
        <p:cNvGrpSpPr/>
        <p:nvPr/>
      </p:nvGrpSpPr>
      <p:grpSpPr>
        <a:xfrm>
          <a:off x="0" y="0"/>
          <a:ext cx="0" cy="0"/>
          <a:chOff x="0" y="0"/>
          <a:chExt cx="0" cy="0"/>
        </a:xfrm>
      </p:grpSpPr>
      <p:sp>
        <p:nvSpPr>
          <p:cNvPr id="20" name="Picture Placeholder 1"/>
          <p:cNvSpPr>
            <a:spLocks noGrp="1"/>
          </p:cNvSpPr>
          <p:nvPr>
            <p:ph type="pic" idx="10"/>
          </p:nvPr>
        </p:nvSpPr>
        <p:spPr bwMode="gray">
          <a:xfrm>
            <a:off x="0" y="0"/>
            <a:ext cx="60350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4" name="Picture Placeholder 4"/>
          <p:cNvSpPr>
            <a:spLocks noGrp="1"/>
          </p:cNvSpPr>
          <p:nvPr>
            <p:ph type="pic" idx="23"/>
          </p:nvPr>
        </p:nvSpPr>
        <p:spPr bwMode="gray">
          <a:xfrm>
            <a:off x="6156960" y="3483864"/>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 name="Picture Placeholder 3"/>
          <p:cNvSpPr>
            <a:spLocks noGrp="1"/>
          </p:cNvSpPr>
          <p:nvPr>
            <p:ph type="pic" idx="22"/>
          </p:nvPr>
        </p:nvSpPr>
        <p:spPr bwMode="gray">
          <a:xfrm>
            <a:off x="6156960" y="0"/>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2604672905"/>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O_Photo: 2+4">
    <p:bg>
      <p:bgPr>
        <a:solidFill>
          <a:schemeClr val="bg1"/>
        </a:solidFill>
        <a:effectLst/>
      </p:bgPr>
    </p:bg>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6156960" y="0"/>
            <a:ext cx="60350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9" name="Picture Placeholder 2"/>
          <p:cNvSpPr>
            <a:spLocks noGrp="1"/>
          </p:cNvSpPr>
          <p:nvPr>
            <p:ph type="pic" idx="24"/>
          </p:nvPr>
        </p:nvSpPr>
        <p:spPr bwMode="gray">
          <a:xfrm>
            <a:off x="0" y="3483864"/>
            <a:ext cx="602284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6" name="Picture Placeholder 1"/>
          <p:cNvSpPr>
            <a:spLocks noGrp="1"/>
          </p:cNvSpPr>
          <p:nvPr>
            <p:ph type="pic" idx="25"/>
          </p:nvPr>
        </p:nvSpPr>
        <p:spPr bwMode="gray">
          <a:xfrm>
            <a:off x="307848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1"/>
          <p:cNvSpPr>
            <a:spLocks noGrp="1"/>
          </p:cNvSpPr>
          <p:nvPr>
            <p:ph type="pic" idx="26"/>
          </p:nvPr>
        </p:nvSpPr>
        <p:spPr bwMode="gray">
          <a:xfrm>
            <a:off x="6156960"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Picture Placeholder 1"/>
          <p:cNvSpPr>
            <a:spLocks noGrp="1"/>
          </p:cNvSpPr>
          <p:nvPr>
            <p:ph type="pic" idx="27"/>
          </p:nvPr>
        </p:nvSpPr>
        <p:spPr bwMode="gray">
          <a:xfrm>
            <a:off x="9247632"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222492100"/>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O_Photo: 4+1 top">
    <p:bg>
      <p:bgPr>
        <a:solidFill>
          <a:schemeClr val="bg1"/>
        </a:solidFill>
        <a:effectLst/>
      </p:bgPr>
    </p:bg>
    <p:spTree>
      <p:nvGrpSpPr>
        <p:cNvPr id="1" name=""/>
        <p:cNvGrpSpPr/>
        <p:nvPr/>
      </p:nvGrpSpPr>
      <p:grpSpPr>
        <a:xfrm>
          <a:off x="0" y="0"/>
          <a:ext cx="0" cy="0"/>
          <a:chOff x="0" y="0"/>
          <a:chExt cx="0" cy="0"/>
        </a:xfrm>
      </p:grpSpPr>
      <p:sp>
        <p:nvSpPr>
          <p:cNvPr id="9" name="Picture Placeholder 3"/>
          <p:cNvSpPr>
            <a:spLocks noGrp="1"/>
          </p:cNvSpPr>
          <p:nvPr>
            <p:ph type="pic" idx="22"/>
          </p:nvPr>
        </p:nvSpPr>
        <p:spPr bwMode="gray">
          <a:xfrm>
            <a:off x="410718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5"/>
          </p:nvPr>
        </p:nvSpPr>
        <p:spPr bwMode="gray">
          <a:xfrm>
            <a:off x="821436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Picture Placeholder 1"/>
          <p:cNvSpPr>
            <a:spLocks noGrp="1"/>
          </p:cNvSpPr>
          <p:nvPr>
            <p:ph type="pic" idx="27"/>
          </p:nvPr>
        </p:nvSpPr>
        <p:spPr bwMode="gray">
          <a:xfrm>
            <a:off x="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 name="Picture Placeholder 3"/>
          <p:cNvSpPr>
            <a:spLocks noGrp="1"/>
          </p:cNvSpPr>
          <p:nvPr>
            <p:ph type="pic" idx="28"/>
          </p:nvPr>
        </p:nvSpPr>
        <p:spPr bwMode="gray">
          <a:xfrm>
            <a:off x="4107180" y="0"/>
            <a:ext cx="808482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3364906330"/>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O_Photo: 4+1 bottom">
    <p:bg>
      <p:bgPr>
        <a:solidFill>
          <a:schemeClr val="bg1"/>
        </a:solidFill>
        <a:effectLst/>
      </p:bgPr>
    </p:bg>
    <p:spTree>
      <p:nvGrpSpPr>
        <p:cNvPr id="1" name=""/>
        <p:cNvGrpSpPr/>
        <p:nvPr/>
      </p:nvGrpSpPr>
      <p:grpSpPr>
        <a:xfrm>
          <a:off x="0" y="0"/>
          <a:ext cx="0" cy="0"/>
          <a:chOff x="0" y="0"/>
          <a:chExt cx="0" cy="0"/>
        </a:xfrm>
      </p:grpSpPr>
      <p:sp>
        <p:nvSpPr>
          <p:cNvPr id="14" name="Picture Placeholder 3"/>
          <p:cNvSpPr>
            <a:spLocks noGrp="1"/>
          </p:cNvSpPr>
          <p:nvPr>
            <p:ph type="pic" idx="28"/>
          </p:nvPr>
        </p:nvSpPr>
        <p:spPr bwMode="gray">
          <a:xfrm>
            <a:off x="4107180" y="3483864"/>
            <a:ext cx="808482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9" name="Picture Placeholder 3"/>
          <p:cNvSpPr>
            <a:spLocks noGrp="1"/>
          </p:cNvSpPr>
          <p:nvPr>
            <p:ph type="pic" idx="22"/>
          </p:nvPr>
        </p:nvSpPr>
        <p:spPr bwMode="gray">
          <a:xfrm>
            <a:off x="410718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5"/>
          </p:nvPr>
        </p:nvSpPr>
        <p:spPr bwMode="gray">
          <a:xfrm>
            <a:off x="821436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Picture Placeholder 1"/>
          <p:cNvSpPr>
            <a:spLocks noGrp="1"/>
          </p:cNvSpPr>
          <p:nvPr>
            <p:ph type="pic" idx="27"/>
          </p:nvPr>
        </p:nvSpPr>
        <p:spPr bwMode="gray">
          <a:xfrm>
            <a:off x="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322506287"/>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O_Photo: 4+3 center">
    <p:bg>
      <p:bgPr>
        <a:solidFill>
          <a:schemeClr val="bg1"/>
        </a:solidFill>
        <a:effectLst/>
      </p:bgPr>
    </p:bg>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821436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3"/>
          <p:cNvSpPr>
            <a:spLocks noGrp="1"/>
          </p:cNvSpPr>
          <p:nvPr>
            <p:ph type="pic" idx="25"/>
          </p:nvPr>
        </p:nvSpPr>
        <p:spPr bwMode="gray">
          <a:xfrm>
            <a:off x="4107180" y="0"/>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9" name="Picture Placeholder 3"/>
          <p:cNvSpPr>
            <a:spLocks noGrp="1"/>
          </p:cNvSpPr>
          <p:nvPr>
            <p:ph type="pic" idx="26"/>
          </p:nvPr>
        </p:nvSpPr>
        <p:spPr bwMode="gray">
          <a:xfrm>
            <a:off x="821436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27"/>
          </p:nvPr>
        </p:nvSpPr>
        <p:spPr bwMode="gray">
          <a:xfrm>
            <a:off x="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8"/>
          </p:nvPr>
        </p:nvSpPr>
        <p:spPr bwMode="gray">
          <a:xfrm>
            <a:off x="4107180" y="2327148"/>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Picture Placeholder 3"/>
          <p:cNvSpPr>
            <a:spLocks noGrp="1"/>
          </p:cNvSpPr>
          <p:nvPr>
            <p:ph type="pic" idx="29"/>
          </p:nvPr>
        </p:nvSpPr>
        <p:spPr bwMode="gray">
          <a:xfrm>
            <a:off x="4107180" y="4654296"/>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1099453632"/>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O_Photo: 6-up mosaic 3">
    <p:bg>
      <p:bgPr>
        <a:solidFill>
          <a:schemeClr val="bg1"/>
        </a:solidFill>
        <a:effectLst/>
      </p:bgPr>
    </p:bg>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410718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3"/>
          <p:cNvSpPr>
            <a:spLocks noGrp="1"/>
          </p:cNvSpPr>
          <p:nvPr>
            <p:ph type="pic" idx="25"/>
          </p:nvPr>
        </p:nvSpPr>
        <p:spPr bwMode="gray">
          <a:xfrm>
            <a:off x="8214360" y="0"/>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27"/>
          </p:nvPr>
        </p:nvSpPr>
        <p:spPr bwMode="gray">
          <a:xfrm>
            <a:off x="0" y="3483864"/>
            <a:ext cx="808482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8"/>
          </p:nvPr>
        </p:nvSpPr>
        <p:spPr bwMode="gray">
          <a:xfrm>
            <a:off x="8214360" y="2327148"/>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Picture Placeholder 3"/>
          <p:cNvSpPr>
            <a:spLocks noGrp="1"/>
          </p:cNvSpPr>
          <p:nvPr>
            <p:ph type="pic" idx="29"/>
          </p:nvPr>
        </p:nvSpPr>
        <p:spPr bwMode="gray">
          <a:xfrm>
            <a:off x="8214360" y="4654296"/>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1412573543"/>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O_Photo: 6+3 center">
    <p:bg>
      <p:bgPr>
        <a:solidFill>
          <a:schemeClr val="bg1"/>
        </a:solidFill>
        <a:effectLst/>
      </p:bgPr>
    </p:bg>
    <p:spTree>
      <p:nvGrpSpPr>
        <p:cNvPr id="1" name=""/>
        <p:cNvGrpSpPr/>
        <p:nvPr/>
      </p:nvGrpSpPr>
      <p:grpSpPr>
        <a:xfrm>
          <a:off x="0" y="0"/>
          <a:ext cx="0" cy="0"/>
          <a:chOff x="0" y="0"/>
          <a:chExt cx="0" cy="0"/>
        </a:xfrm>
      </p:grpSpPr>
      <p:sp>
        <p:nvSpPr>
          <p:cNvPr id="26" name="Picture Placeholder 8"/>
          <p:cNvSpPr>
            <a:spLocks noGrp="1"/>
          </p:cNvSpPr>
          <p:nvPr>
            <p:ph type="pic" idx="15"/>
          </p:nvPr>
        </p:nvSpPr>
        <p:spPr bwMode="gray">
          <a:xfrm>
            <a:off x="9247632"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7"/>
          <p:cNvSpPr>
            <a:spLocks noGrp="1"/>
          </p:cNvSpPr>
          <p:nvPr>
            <p:ph type="pic" idx="13"/>
          </p:nvPr>
        </p:nvSpPr>
        <p:spPr bwMode="gray">
          <a:xfrm>
            <a:off x="9247632"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5" name="Picture Placeholder 6"/>
          <p:cNvSpPr>
            <a:spLocks noGrp="1"/>
          </p:cNvSpPr>
          <p:nvPr>
            <p:ph type="pic" idx="14"/>
          </p:nvPr>
        </p:nvSpPr>
        <p:spPr bwMode="gray">
          <a:xfrm>
            <a:off x="6163056" y="4654296"/>
            <a:ext cx="2944368"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5"/>
          <p:cNvSpPr>
            <a:spLocks noGrp="1"/>
          </p:cNvSpPr>
          <p:nvPr>
            <p:ph type="pic" idx="16"/>
          </p:nvPr>
        </p:nvSpPr>
        <p:spPr bwMode="gray">
          <a:xfrm>
            <a:off x="6163056" y="0"/>
            <a:ext cx="2944368"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4"/>
          <p:cNvSpPr>
            <a:spLocks noGrp="1"/>
          </p:cNvSpPr>
          <p:nvPr>
            <p:ph type="pic" idx="10"/>
          </p:nvPr>
        </p:nvSpPr>
        <p:spPr bwMode="gray">
          <a:xfrm>
            <a:off x="3081528"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p:cNvSpPr>
            <a:spLocks noGrp="1"/>
          </p:cNvSpPr>
          <p:nvPr>
            <p:ph type="pic" idx="17"/>
          </p:nvPr>
        </p:nvSpPr>
        <p:spPr bwMode="gray">
          <a:xfrm>
            <a:off x="3081528"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3" name="Picture Placeholder 2"/>
          <p:cNvSpPr>
            <a:spLocks noGrp="1"/>
          </p:cNvSpPr>
          <p:nvPr>
            <p:ph type="pic" idx="12"/>
          </p:nvPr>
        </p:nvSpPr>
        <p:spPr bwMode="gray">
          <a:xfrm>
            <a:off x="0" y="3483864"/>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1"/>
          <p:cNvSpPr>
            <a:spLocks noGrp="1"/>
          </p:cNvSpPr>
          <p:nvPr>
            <p:ph type="pic" idx="1"/>
          </p:nvPr>
        </p:nvSpPr>
        <p:spPr bwMode="gray">
          <a:xfrm>
            <a:off x="0" y="0"/>
            <a:ext cx="2944368"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6"/>
          <p:cNvSpPr>
            <a:spLocks noGrp="1"/>
          </p:cNvSpPr>
          <p:nvPr>
            <p:ph type="pic" idx="18"/>
          </p:nvPr>
        </p:nvSpPr>
        <p:spPr bwMode="gray">
          <a:xfrm>
            <a:off x="6163056" y="2327148"/>
            <a:ext cx="2944368"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541044029"/>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O_Photo: 6+1 L">
    <p:bg>
      <p:bgPr>
        <a:solidFill>
          <a:schemeClr val="bg1"/>
        </a:solidFill>
        <a:effectLst/>
      </p:bgPr>
    </p:bg>
    <p:spTree>
      <p:nvGrpSpPr>
        <p:cNvPr id="1" name=""/>
        <p:cNvGrpSpPr/>
        <p:nvPr/>
      </p:nvGrpSpPr>
      <p:grpSpPr>
        <a:xfrm>
          <a:off x="0" y="0"/>
          <a:ext cx="0" cy="0"/>
          <a:chOff x="0" y="0"/>
          <a:chExt cx="0" cy="0"/>
        </a:xfrm>
      </p:grpSpPr>
      <p:sp>
        <p:nvSpPr>
          <p:cNvPr id="16" name="Picture Placeholder 3"/>
          <p:cNvSpPr>
            <a:spLocks noGrp="1"/>
          </p:cNvSpPr>
          <p:nvPr>
            <p:ph type="pic" idx="21"/>
          </p:nvPr>
        </p:nvSpPr>
        <p:spPr bwMode="gray">
          <a:xfrm>
            <a:off x="0" y="-1"/>
            <a:ext cx="3644920" cy="6858001"/>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7"/>
          <p:cNvSpPr>
            <a:spLocks noGrp="1"/>
          </p:cNvSpPr>
          <p:nvPr>
            <p:ph type="pic" idx="13"/>
          </p:nvPr>
        </p:nvSpPr>
        <p:spPr bwMode="gray">
          <a:xfrm>
            <a:off x="9456970"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5"/>
          <p:cNvSpPr>
            <a:spLocks noGrp="1"/>
          </p:cNvSpPr>
          <p:nvPr>
            <p:ph type="pic" idx="16"/>
          </p:nvPr>
        </p:nvSpPr>
        <p:spPr bwMode="gray">
          <a:xfrm>
            <a:off x="6607944"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p:cNvSpPr>
            <a:spLocks noGrp="1"/>
          </p:cNvSpPr>
          <p:nvPr>
            <p:ph type="pic" idx="17"/>
          </p:nvPr>
        </p:nvSpPr>
        <p:spPr bwMode="gray">
          <a:xfrm>
            <a:off x="3758917"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Picture Placeholder 7"/>
          <p:cNvSpPr>
            <a:spLocks noGrp="1"/>
          </p:cNvSpPr>
          <p:nvPr>
            <p:ph type="pic" idx="18"/>
          </p:nvPr>
        </p:nvSpPr>
        <p:spPr bwMode="gray">
          <a:xfrm>
            <a:off x="9456970"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Picture Placeholder 5"/>
          <p:cNvSpPr>
            <a:spLocks noGrp="1"/>
          </p:cNvSpPr>
          <p:nvPr>
            <p:ph type="pic" idx="19"/>
          </p:nvPr>
        </p:nvSpPr>
        <p:spPr bwMode="gray">
          <a:xfrm>
            <a:off x="6607944"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 name="Picture Placeholder 3"/>
          <p:cNvSpPr>
            <a:spLocks noGrp="1"/>
          </p:cNvSpPr>
          <p:nvPr>
            <p:ph type="pic" idx="20"/>
          </p:nvPr>
        </p:nvSpPr>
        <p:spPr bwMode="gray">
          <a:xfrm>
            <a:off x="3758917"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3296527462"/>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O_Photo: 6+1 R">
    <p:bg>
      <p:bgPr>
        <a:solidFill>
          <a:schemeClr val="bg1"/>
        </a:solidFill>
        <a:effectLst/>
      </p:bgPr>
    </p:bg>
    <p:spTree>
      <p:nvGrpSpPr>
        <p:cNvPr id="1" name=""/>
        <p:cNvGrpSpPr/>
        <p:nvPr/>
      </p:nvGrpSpPr>
      <p:grpSpPr>
        <a:xfrm>
          <a:off x="0" y="0"/>
          <a:ext cx="0" cy="0"/>
          <a:chOff x="0" y="0"/>
          <a:chExt cx="0" cy="0"/>
        </a:xfrm>
      </p:grpSpPr>
      <p:sp>
        <p:nvSpPr>
          <p:cNvPr id="16" name="Picture Placeholder 3"/>
          <p:cNvSpPr>
            <a:spLocks noGrp="1"/>
          </p:cNvSpPr>
          <p:nvPr>
            <p:ph type="pic" idx="21"/>
          </p:nvPr>
        </p:nvSpPr>
        <p:spPr bwMode="gray">
          <a:xfrm>
            <a:off x="8547080" y="-1"/>
            <a:ext cx="3644920" cy="6858001"/>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4" name="Picture Placeholder 7"/>
          <p:cNvSpPr>
            <a:spLocks noGrp="1"/>
          </p:cNvSpPr>
          <p:nvPr>
            <p:ph type="pic" idx="13"/>
          </p:nvPr>
        </p:nvSpPr>
        <p:spPr bwMode="gray">
          <a:xfrm>
            <a:off x="5698054"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7" name="Picture Placeholder 5"/>
          <p:cNvSpPr>
            <a:spLocks noGrp="1"/>
          </p:cNvSpPr>
          <p:nvPr>
            <p:ph type="pic" idx="16"/>
          </p:nvPr>
        </p:nvSpPr>
        <p:spPr bwMode="gray">
          <a:xfrm>
            <a:off x="2849028"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8" name="Picture Placeholder 3"/>
          <p:cNvSpPr>
            <a:spLocks noGrp="1"/>
          </p:cNvSpPr>
          <p:nvPr>
            <p:ph type="pic" idx="17"/>
          </p:nvPr>
        </p:nvSpPr>
        <p:spPr bwMode="gray">
          <a:xfrm>
            <a:off x="1" y="0"/>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2" name="Picture Placeholder 7"/>
          <p:cNvSpPr>
            <a:spLocks noGrp="1"/>
          </p:cNvSpPr>
          <p:nvPr>
            <p:ph type="pic" idx="18"/>
          </p:nvPr>
        </p:nvSpPr>
        <p:spPr bwMode="gray">
          <a:xfrm>
            <a:off x="5698054"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3" name="Picture Placeholder 5"/>
          <p:cNvSpPr>
            <a:spLocks noGrp="1"/>
          </p:cNvSpPr>
          <p:nvPr>
            <p:ph type="pic" idx="19"/>
          </p:nvPr>
        </p:nvSpPr>
        <p:spPr bwMode="gray">
          <a:xfrm>
            <a:off x="2849028"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4" name="Picture Placeholder 3"/>
          <p:cNvSpPr>
            <a:spLocks noGrp="1"/>
          </p:cNvSpPr>
          <p:nvPr>
            <p:ph type="pic" idx="20"/>
          </p:nvPr>
        </p:nvSpPr>
        <p:spPr bwMode="gray">
          <a:xfrm>
            <a:off x="1" y="3483865"/>
            <a:ext cx="273503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1561842933"/>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O_Photo: 2-up large L">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0" y="0"/>
            <a:ext cx="808482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1"/>
          <p:cNvSpPr>
            <a:spLocks noGrp="1"/>
          </p:cNvSpPr>
          <p:nvPr>
            <p:ph type="pic" idx="25"/>
          </p:nvPr>
        </p:nvSpPr>
        <p:spPr bwMode="gray">
          <a:xfrm>
            <a:off x="8214360" y="0"/>
            <a:ext cx="39776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5"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2918366571"/>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O_Photo: 6_large right">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8214360" y="0"/>
            <a:ext cx="39776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3"/>
          <p:cNvSpPr>
            <a:spLocks noGrp="1"/>
          </p:cNvSpPr>
          <p:nvPr>
            <p:ph type="pic" idx="25"/>
          </p:nvPr>
        </p:nvSpPr>
        <p:spPr bwMode="gray">
          <a:xfrm>
            <a:off x="4107180" y="0"/>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27"/>
          </p:nvPr>
        </p:nvSpPr>
        <p:spPr bwMode="gray">
          <a:xfrm>
            <a:off x="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1" name="Picture Placeholder 3"/>
          <p:cNvSpPr>
            <a:spLocks noGrp="1"/>
          </p:cNvSpPr>
          <p:nvPr>
            <p:ph type="pic" idx="28"/>
          </p:nvPr>
        </p:nvSpPr>
        <p:spPr bwMode="gray">
          <a:xfrm>
            <a:off x="4107180" y="2327148"/>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Picture Placeholder 3"/>
          <p:cNvSpPr>
            <a:spLocks noGrp="1"/>
          </p:cNvSpPr>
          <p:nvPr>
            <p:ph type="pic" idx="29"/>
          </p:nvPr>
        </p:nvSpPr>
        <p:spPr bwMode="gray">
          <a:xfrm>
            <a:off x="4107180" y="4654296"/>
            <a:ext cx="3977640" cy="2203704"/>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9"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4234189734"/>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O_Photo: 4_large left and right">
    <p:spTree>
      <p:nvGrpSpPr>
        <p:cNvPr id="1" name=""/>
        <p:cNvGrpSpPr/>
        <p:nvPr/>
      </p:nvGrpSpPr>
      <p:grpSpPr>
        <a:xfrm>
          <a:off x="0" y="0"/>
          <a:ext cx="0" cy="0"/>
          <a:chOff x="0" y="0"/>
          <a:chExt cx="0" cy="0"/>
        </a:xfrm>
      </p:grpSpPr>
      <p:sp>
        <p:nvSpPr>
          <p:cNvPr id="23" name="Picture Placeholder 3"/>
          <p:cNvSpPr>
            <a:spLocks noGrp="1"/>
          </p:cNvSpPr>
          <p:nvPr>
            <p:ph type="pic" idx="22"/>
          </p:nvPr>
        </p:nvSpPr>
        <p:spPr bwMode="gray">
          <a:xfrm>
            <a:off x="4107180" y="3483864"/>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20" name="Picture Placeholder 1"/>
          <p:cNvSpPr>
            <a:spLocks noGrp="1"/>
          </p:cNvSpPr>
          <p:nvPr>
            <p:ph type="pic" idx="10"/>
          </p:nvPr>
        </p:nvSpPr>
        <p:spPr bwMode="gray">
          <a:xfrm>
            <a:off x="8214360" y="0"/>
            <a:ext cx="39776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7" name="Picture Placeholder 3"/>
          <p:cNvSpPr>
            <a:spLocks noGrp="1"/>
          </p:cNvSpPr>
          <p:nvPr>
            <p:ph type="pic" idx="25"/>
          </p:nvPr>
        </p:nvSpPr>
        <p:spPr bwMode="gray">
          <a:xfrm>
            <a:off x="4107180" y="0"/>
            <a:ext cx="3977640" cy="3374136"/>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10" name="Picture Placeholder 1"/>
          <p:cNvSpPr>
            <a:spLocks noGrp="1"/>
          </p:cNvSpPr>
          <p:nvPr>
            <p:ph type="pic" idx="27"/>
          </p:nvPr>
        </p:nvSpPr>
        <p:spPr bwMode="gray">
          <a:xfrm>
            <a:off x="0" y="0"/>
            <a:ext cx="3977640" cy="6858000"/>
          </a:xfrm>
          <a:solidFill>
            <a:srgbClr val="DCDCDC">
              <a:alpha val="49804"/>
            </a:srgbClr>
          </a:solidFill>
          <a:ln w="28575">
            <a:noFill/>
          </a:ln>
        </p:spPr>
        <p:txBody>
          <a:bodyPr vert="horz" lIns="0" tIns="0" rIns="0" bIns="0" rtlCol="0" anchor="ctr">
            <a:normAutofit/>
          </a:bodyPr>
          <a:lstStyle>
            <a:lvl1pPr>
              <a:defRPr lang="en-US" sz="900" dirty="0">
                <a:ea typeface="Inter Medium" panose="02000503000000020004" pitchFamily="2" charset="0"/>
              </a:defRPr>
            </a:lvl1pPr>
          </a:lstStyle>
          <a:p>
            <a:pPr lvl="0" algn="ctr">
              <a:buNone/>
            </a:pPr>
            <a:r>
              <a:rPr lang="en-US"/>
              <a:t>Click icon to add picture</a:t>
            </a:r>
          </a:p>
        </p:txBody>
      </p:sp>
      <p:sp>
        <p:nvSpPr>
          <p:cNvPr id="8" name="Slide Number Placeholder 10"/>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rgbClr val="DCDCDC"/>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2248193858"/>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p:cSld name="Video">
    <p:bg>
      <p:bgPr>
        <a:solidFill>
          <a:schemeClr val="tx1"/>
        </a:solidFill>
        <a:effectLst/>
      </p:bgPr>
    </p:bg>
    <p:spTree>
      <p:nvGrpSpPr>
        <p:cNvPr id="1" name=""/>
        <p:cNvGrpSpPr/>
        <p:nvPr/>
      </p:nvGrpSpPr>
      <p:grpSpPr>
        <a:xfrm>
          <a:off x="0" y="0"/>
          <a:ext cx="0" cy="0"/>
          <a:chOff x="0" y="0"/>
          <a:chExt cx="0" cy="0"/>
        </a:xfrm>
      </p:grpSpPr>
      <p:sp>
        <p:nvSpPr>
          <p:cNvPr id="4" name="Media Placeholder 3"/>
          <p:cNvSpPr>
            <a:spLocks noGrp="1"/>
          </p:cNvSpPr>
          <p:nvPr>
            <p:ph type="media" sz="quarter" idx="10" hasCustomPrompt="1"/>
          </p:nvPr>
        </p:nvSpPr>
        <p:spPr>
          <a:xfrm>
            <a:off x="0" y="0"/>
            <a:ext cx="12188952" cy="6858000"/>
          </a:xfrm>
        </p:spPr>
        <p:txBody>
          <a:bodyPr tIns="731520" anchor="ctr"/>
          <a:lstStyle>
            <a:lvl1pPr marL="0" indent="0" algn="ctr">
              <a:buNone/>
              <a:defRPr sz="2800">
                <a:solidFill>
                  <a:schemeClr val="bg1"/>
                </a:solidFill>
                <a:latin typeface="+mn-lt"/>
              </a:defRPr>
            </a:lvl1pPr>
          </a:lstStyle>
          <a:p>
            <a:r>
              <a:rPr lang="en-US"/>
              <a:t>Click icon to add video</a:t>
            </a:r>
          </a:p>
        </p:txBody>
      </p:sp>
      <p:sp>
        <p:nvSpPr>
          <p:cNvPr id="6" name="Slide Number Placeholder 10">
            <a:extLst>
              <a:ext uri="{FF2B5EF4-FFF2-40B4-BE49-F238E27FC236}">
                <a16:creationId xmlns:a16="http://schemas.microsoft.com/office/drawing/2014/main" id="{FD419681-189B-4FD4-B2FF-0DF556840DCF}"/>
              </a:ext>
            </a:extLst>
          </p:cNvPr>
          <p:cNvSpPr>
            <a:spLocks noGrp="1"/>
          </p:cNvSpPr>
          <p:nvPr>
            <p:ph type="sldNum" sz="quarter" idx="4"/>
          </p:nvPr>
        </p:nvSpPr>
        <p:spPr>
          <a:xfrm>
            <a:off x="11704320" y="6656832"/>
            <a:ext cx="237744" cy="128016"/>
          </a:xfrm>
          <a:prstGeom prst="rect">
            <a:avLst/>
          </a:prstGeom>
          <a:noFill/>
        </p:spPr>
        <p:txBody>
          <a:bodyPr vert="horz" lIns="0" tIns="0" rIns="27432" bIns="0" rtlCol="0" anchor="b"/>
          <a:lstStyle>
            <a:lvl1pPr algn="r">
              <a:defRPr lang="en-US" sz="1000" smtClean="0">
                <a:solidFill>
                  <a:schemeClr val="bg1"/>
                </a:solidFill>
                <a:latin typeface="+mj-lt"/>
              </a:defRPr>
            </a:lvl1pPr>
          </a:lstStyle>
          <a:p>
            <a:fld id="{3705743C-5002-4264-BBD1-F99B754DF5BE}" type="slidenum">
              <a:rPr lang="en-US" smtClean="0"/>
              <a:t>‹#›</a:t>
            </a:fld>
            <a:endParaRPr lang="en-US"/>
          </a:p>
        </p:txBody>
      </p:sp>
    </p:spTree>
    <p:extLst>
      <p:ext uri="{BB962C8B-B14F-4D97-AF65-F5344CB8AC3E}">
        <p14:creationId xmlns:p14="http://schemas.microsoft.com/office/powerpoint/2010/main" val="1463772823"/>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5CE98-3050-4560-5549-4F101D4EB6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6F3CD1-7C3B-F727-3C7B-586129614B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74FA6F-2565-CFBA-D97B-8E47F19528B8}"/>
              </a:ext>
            </a:extLst>
          </p:cNvPr>
          <p:cNvSpPr>
            <a:spLocks noGrp="1"/>
          </p:cNvSpPr>
          <p:nvPr>
            <p:ph type="dt" sz="half" idx="10"/>
          </p:nvPr>
        </p:nvSpPr>
        <p:spPr/>
        <p:txBody>
          <a:bodyPr/>
          <a:lstStyle/>
          <a:p>
            <a:fld id="{FE5887DB-5255-4EE1-A2CB-410B1717944F}" type="datetimeFigureOut">
              <a:rPr lang="en-US" smtClean="0"/>
              <a:t>7/2/26</a:t>
            </a:fld>
            <a:endParaRPr lang="en-US"/>
          </a:p>
        </p:txBody>
      </p:sp>
      <p:sp>
        <p:nvSpPr>
          <p:cNvPr id="5" name="Footer Placeholder 4">
            <a:extLst>
              <a:ext uri="{FF2B5EF4-FFF2-40B4-BE49-F238E27FC236}">
                <a16:creationId xmlns:a16="http://schemas.microsoft.com/office/drawing/2014/main" id="{1D40DFB5-D835-B977-C376-61670A9E29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838BE-793E-2A45-711E-783F1455BD3B}"/>
              </a:ext>
            </a:extLst>
          </p:cNvPr>
          <p:cNvSpPr>
            <a:spLocks noGrp="1"/>
          </p:cNvSpPr>
          <p:nvPr>
            <p:ph type="sldNum" sz="quarter" idx="12"/>
          </p:nvPr>
        </p:nvSpPr>
        <p:spPr/>
        <p:txBody>
          <a:bodyPr/>
          <a:lstStyle/>
          <a:p>
            <a:fld id="{3705743C-5002-4264-BBD1-F99B754DF5BE}" type="slidenum">
              <a:rPr lang="en-US" smtClean="0"/>
              <a:t>‹#›</a:t>
            </a:fld>
            <a:endParaRPr lang="en-US"/>
          </a:p>
        </p:txBody>
      </p:sp>
    </p:spTree>
    <p:extLst>
      <p:ext uri="{BB962C8B-B14F-4D97-AF65-F5344CB8AC3E}">
        <p14:creationId xmlns:p14="http://schemas.microsoft.com/office/powerpoint/2010/main" val="379693914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1_B_Ttl, Sub, Cont_Tkwy">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734E3CE-3591-42E4-B0CF-C035D14D18CC}"/>
              </a:ext>
            </a:extLst>
          </p:cNvPr>
          <p:cNvPicPr>
            <a:picLocks noChangeAspect="1"/>
          </p:cNvPicPr>
          <p:nvPr/>
        </p:nvPicPr>
        <p:blipFill>
          <a:blip r:embed="rId2"/>
          <a:stretch>
            <a:fillRect/>
          </a:stretch>
        </p:blipFill>
        <p:spPr>
          <a:xfrm>
            <a:off x="0" y="6565392"/>
            <a:ext cx="12192000" cy="292608"/>
          </a:xfrm>
          <a:prstGeom prst="rect">
            <a:avLst/>
          </a:prstGeom>
        </p:spPr>
      </p:pic>
      <p:pic>
        <p:nvPicPr>
          <p:cNvPr id="8" name="Takeaway box png">
            <a:extLst>
              <a:ext uri="{FF2B5EF4-FFF2-40B4-BE49-F238E27FC236}">
                <a16:creationId xmlns:a16="http://schemas.microsoft.com/office/drawing/2014/main" id="{251C8858-2AA4-4B07-8A7E-77CBCB6B8206}"/>
              </a:ext>
            </a:extLst>
          </p:cNvPr>
          <p:cNvPicPr>
            <a:picLocks noChangeAspect="1"/>
          </p:cNvPicPr>
          <p:nvPr/>
        </p:nvPicPr>
        <p:blipFill>
          <a:blip r:embed="rId3"/>
          <a:stretch>
            <a:fillRect/>
          </a:stretch>
        </p:blipFill>
        <p:spPr>
          <a:xfrm>
            <a:off x="450614" y="5527450"/>
            <a:ext cx="11290771" cy="597460"/>
          </a:xfrm>
          <a:prstGeom prst="rect">
            <a:avLst/>
          </a:prstGeom>
        </p:spPr>
      </p:pic>
      <p:sp>
        <p:nvSpPr>
          <p:cNvPr id="18" name="Content Placeholder 17">
            <a:extLst>
              <a:ext uri="{FF2B5EF4-FFF2-40B4-BE49-F238E27FC236}">
                <a16:creationId xmlns:a16="http://schemas.microsoft.com/office/drawing/2014/main" id="{DEBE4283-D4FA-4DA2-B6A1-F9222602258A}"/>
              </a:ext>
            </a:extLst>
          </p:cNvPr>
          <p:cNvSpPr>
            <a:spLocks noGrp="1"/>
          </p:cNvSpPr>
          <p:nvPr>
            <p:ph sz="quarter" idx="17"/>
          </p:nvPr>
        </p:nvSpPr>
        <p:spPr>
          <a:xfrm>
            <a:off x="457200" y="1562100"/>
            <a:ext cx="11272838" cy="38687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A62A2B1-D47C-4D9A-B3D2-7AE1B8A5D154}"/>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EF296006-6E68-426E-8969-B7A3753665B2}"/>
              </a:ext>
            </a:extLst>
          </p:cNvPr>
          <p:cNvSpPr>
            <a:spLocks noGrp="1"/>
          </p:cNvSpPr>
          <p:nvPr>
            <p:ph type="ftr" sz="quarter" idx="11"/>
          </p:nvPr>
        </p:nvSpPr>
        <p:spPr/>
        <p:txBody>
          <a:bodyPr lIns="0" rIns="0" bIns="0" anchor="b" anchorCtr="0"/>
          <a:lstStyle>
            <a:lvl1pPr>
              <a:defRPr lang="en-US" dirty="0">
                <a:latin typeface="+mn-lt"/>
              </a:defRPr>
            </a:lvl1pPr>
          </a:lstStyle>
          <a:p>
            <a:endParaRPr lang="en-US"/>
          </a:p>
        </p:txBody>
      </p:sp>
      <p:sp>
        <p:nvSpPr>
          <p:cNvPr id="6" name="Slide Number Placeholder 5">
            <a:extLst>
              <a:ext uri="{FF2B5EF4-FFF2-40B4-BE49-F238E27FC236}">
                <a16:creationId xmlns:a16="http://schemas.microsoft.com/office/drawing/2014/main" id="{6F993AE3-64A8-4D63-B90A-B6F164F4FDCD}"/>
              </a:ext>
            </a:extLst>
          </p:cNvPr>
          <p:cNvSpPr>
            <a:spLocks noGrp="1"/>
          </p:cNvSpPr>
          <p:nvPr>
            <p:ph type="sldNum" sz="quarter" idx="12"/>
          </p:nvPr>
        </p:nvSpPr>
        <p:spPr>
          <a:xfrm>
            <a:off x="11704320" y="6656832"/>
            <a:ext cx="237744" cy="128016"/>
          </a:xfrm>
          <a:noFill/>
          <a:ln>
            <a:noFill/>
          </a:ln>
        </p:spPr>
        <p:txBody>
          <a:bodyPr spcFirstLastPara="1" wrap="square" lIns="0" tIns="0" rIns="27425" bIns="0" anchor="b" anchorCtr="0">
            <a:noAutofit/>
          </a:bodyPr>
          <a:lstStyle>
            <a:lvl1pPr>
              <a:defRPr lang="en-US" smtClean="0">
                <a:solidFill>
                  <a:schemeClr val="bg1"/>
                </a:solidFill>
              </a:defRPr>
            </a:lvl1pPr>
          </a:lstStyle>
          <a:p>
            <a:fld id="{3705743C-5002-4264-BBD1-F99B754DF5BE}" type="slidenum">
              <a:rPr lang="en-US" smtClean="0"/>
              <a:t>‹#›</a:t>
            </a:fld>
            <a:endParaRPr lang="en-US"/>
          </a:p>
        </p:txBody>
      </p:sp>
      <p:sp>
        <p:nvSpPr>
          <p:cNvPr id="12" name="Takeaway Text">
            <a:extLst>
              <a:ext uri="{FF2B5EF4-FFF2-40B4-BE49-F238E27FC236}">
                <a16:creationId xmlns:a16="http://schemas.microsoft.com/office/drawing/2014/main" id="{10D8BEB7-0478-40FC-B35B-FE2BAF9BD279}"/>
              </a:ext>
            </a:extLst>
          </p:cNvPr>
          <p:cNvSpPr>
            <a:spLocks noGrp="1"/>
          </p:cNvSpPr>
          <p:nvPr>
            <p:ph type="body" sz="quarter" idx="16" hasCustomPrompt="1"/>
          </p:nvPr>
        </p:nvSpPr>
        <p:spPr>
          <a:xfrm>
            <a:off x="458724" y="5567085"/>
            <a:ext cx="11274552" cy="518190"/>
          </a:xfrm>
          <a:prstGeom prst="rect">
            <a:avLst/>
          </a:prstGeom>
        </p:spPr>
        <p:txBody>
          <a:bodyPr anchor="ctr" anchorCtr="0"/>
          <a:lstStyle>
            <a:lvl1pPr marL="0" indent="0" algn="ctr">
              <a:buNone/>
              <a:defRPr sz="1800" b="0">
                <a:solidFill>
                  <a:schemeClr val="bg1"/>
                </a:solidFill>
                <a:effectLst/>
                <a:latin typeface="+mj-lt"/>
              </a:defRPr>
            </a:lvl1pPr>
          </a:lstStyle>
          <a:p>
            <a:pPr lvl="0"/>
            <a:r>
              <a:rPr lang="en-US"/>
              <a:t>Click to Add Takeaway</a:t>
            </a:r>
          </a:p>
        </p:txBody>
      </p:sp>
      <p:sp>
        <p:nvSpPr>
          <p:cNvPr id="14" name="Text Placeholder 9">
            <a:extLst>
              <a:ext uri="{FF2B5EF4-FFF2-40B4-BE49-F238E27FC236}">
                <a16:creationId xmlns:a16="http://schemas.microsoft.com/office/drawing/2014/main" id="{8C2728A4-E9B5-4B0C-A9AD-851F9CCBEF9E}"/>
              </a:ext>
            </a:extLst>
          </p:cNvPr>
          <p:cNvSpPr>
            <a:spLocks noGrp="1"/>
          </p:cNvSpPr>
          <p:nvPr>
            <p:ph type="body" sz="quarter" idx="18" hasCustomPrompt="1"/>
          </p:nvPr>
        </p:nvSpPr>
        <p:spPr>
          <a:xfrm>
            <a:off x="457200" y="941832"/>
            <a:ext cx="11274425" cy="420624"/>
          </a:xfrm>
        </p:spPr>
        <p:txBody>
          <a:bodyPr tIns="91440"/>
          <a:lstStyle>
            <a:lvl1pPr marL="0" indent="0">
              <a:lnSpc>
                <a:spcPct val="90000"/>
              </a:lnSpc>
              <a:spcBef>
                <a:spcPts val="0"/>
              </a:spcBef>
              <a:buFont typeface="Arial" panose="020B0604020202020204" pitchFamily="34" charset="0"/>
              <a:buNone/>
              <a:defRPr b="0"/>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pic>
        <p:nvPicPr>
          <p:cNvPr id="11" name="WBD logo">
            <a:extLst>
              <a:ext uri="{FF2B5EF4-FFF2-40B4-BE49-F238E27FC236}">
                <a16:creationId xmlns:a16="http://schemas.microsoft.com/office/drawing/2014/main" id="{E8AAC31C-2D9C-4E7D-814D-EDDED4B3356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35799" y="6181344"/>
            <a:ext cx="1596382" cy="325189"/>
          </a:xfrm>
          <a:prstGeom prst="rect">
            <a:avLst/>
          </a:prstGeom>
        </p:spPr>
      </p:pic>
    </p:spTree>
    <p:extLst>
      <p:ext uri="{BB962C8B-B14F-4D97-AF65-F5344CB8AC3E}">
        <p14:creationId xmlns:p14="http://schemas.microsoft.com/office/powerpoint/2010/main" val="1252099022"/>
      </p:ext>
    </p:extLst>
  </p:cSld>
  <p:clrMapOvr>
    <a:masterClrMapping/>
  </p:clrMapOvr>
  <p:transition>
    <p:fade/>
  </p:transition>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7A19C-EC35-42D1-A5E9-AC8D7272DF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ED82E6-5E63-48E3-B047-7A0E207FEA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EC2EC0-FDCF-4E00-A283-D1A2A60F971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299BC7F-97A4-49F5-A6BD-68B478FD07B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7/2/26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E9AAD0CB-CA11-46B9-971C-C0C520BEA5B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Noto Sans" panose="020B0502040504020204" pitchFamily="34" charset="0"/>
              <a:cs typeface="Noto Sans" panose="020B0502040504020204" pitchFamily="34" charset="0"/>
            </a:endParaRPr>
          </a:p>
        </p:txBody>
      </p:sp>
      <p:sp>
        <p:nvSpPr>
          <p:cNvPr id="6" name="Slide Number Placeholder 5">
            <a:extLst>
              <a:ext uri="{FF2B5EF4-FFF2-40B4-BE49-F238E27FC236}">
                <a16:creationId xmlns:a16="http://schemas.microsoft.com/office/drawing/2014/main" id="{504757A4-5F0B-4661-A78C-5736A6EAC87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EB7C39-A833-4026-9B6B-13568DD81D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Noto Sans" panose="020B0502040504020204" pitchFamily="34" charset="0"/>
                <a:cs typeface="Noto Sans" panose="020B0502040504020204" pitchFamily="34" charset="0"/>
                <a:sym typeface="Muli"/>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Noto Sans" panose="020B0502040504020204" pitchFamily="34" charset="0"/>
              <a:cs typeface="Noto Sans" panose="020B0502040504020204" pitchFamily="34" charset="0"/>
              <a:sym typeface="Muli"/>
            </a:endParaRPr>
          </a:p>
        </p:txBody>
      </p:sp>
    </p:spTree>
    <p:extLst>
      <p:ext uri="{BB962C8B-B14F-4D97-AF65-F5344CB8AC3E}">
        <p14:creationId xmlns:p14="http://schemas.microsoft.com/office/powerpoint/2010/main" val="316093190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111.xml"/><Relationship Id="rId21" Type="http://schemas.openxmlformats.org/officeDocument/2006/relationships/slideLayout" Target="../slideLayouts/slideLayout106.xml"/><Relationship Id="rId42" Type="http://schemas.openxmlformats.org/officeDocument/2006/relationships/slideLayout" Target="../slideLayouts/slideLayout127.xml"/><Relationship Id="rId47" Type="http://schemas.openxmlformats.org/officeDocument/2006/relationships/slideLayout" Target="../slideLayouts/slideLayout132.xml"/><Relationship Id="rId63" Type="http://schemas.openxmlformats.org/officeDocument/2006/relationships/slideLayout" Target="../slideLayouts/slideLayout148.xml"/><Relationship Id="rId68" Type="http://schemas.openxmlformats.org/officeDocument/2006/relationships/slideLayout" Target="../slideLayouts/slideLayout153.xml"/><Relationship Id="rId84" Type="http://schemas.openxmlformats.org/officeDocument/2006/relationships/slideLayout" Target="../slideLayouts/slideLayout169.xml"/><Relationship Id="rId89" Type="http://schemas.openxmlformats.org/officeDocument/2006/relationships/theme" Target="../theme/theme2.xml"/><Relationship Id="rId16" Type="http://schemas.openxmlformats.org/officeDocument/2006/relationships/slideLayout" Target="../slideLayouts/slideLayout101.xml"/><Relationship Id="rId11" Type="http://schemas.openxmlformats.org/officeDocument/2006/relationships/slideLayout" Target="../slideLayouts/slideLayout96.xml"/><Relationship Id="rId32" Type="http://schemas.openxmlformats.org/officeDocument/2006/relationships/slideLayout" Target="../slideLayouts/slideLayout117.xml"/><Relationship Id="rId37" Type="http://schemas.openxmlformats.org/officeDocument/2006/relationships/slideLayout" Target="../slideLayouts/slideLayout122.xml"/><Relationship Id="rId53" Type="http://schemas.openxmlformats.org/officeDocument/2006/relationships/slideLayout" Target="../slideLayouts/slideLayout138.xml"/><Relationship Id="rId58" Type="http://schemas.openxmlformats.org/officeDocument/2006/relationships/slideLayout" Target="../slideLayouts/slideLayout143.xml"/><Relationship Id="rId74" Type="http://schemas.openxmlformats.org/officeDocument/2006/relationships/slideLayout" Target="../slideLayouts/slideLayout159.xml"/><Relationship Id="rId79" Type="http://schemas.openxmlformats.org/officeDocument/2006/relationships/slideLayout" Target="../slideLayouts/slideLayout164.xml"/><Relationship Id="rId5" Type="http://schemas.openxmlformats.org/officeDocument/2006/relationships/slideLayout" Target="../slideLayouts/slideLayout90.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43" Type="http://schemas.openxmlformats.org/officeDocument/2006/relationships/slideLayout" Target="../slideLayouts/slideLayout128.xml"/><Relationship Id="rId48" Type="http://schemas.openxmlformats.org/officeDocument/2006/relationships/slideLayout" Target="../slideLayouts/slideLayout133.xml"/><Relationship Id="rId56" Type="http://schemas.openxmlformats.org/officeDocument/2006/relationships/slideLayout" Target="../slideLayouts/slideLayout141.xml"/><Relationship Id="rId64" Type="http://schemas.openxmlformats.org/officeDocument/2006/relationships/slideLayout" Target="../slideLayouts/slideLayout149.xml"/><Relationship Id="rId69" Type="http://schemas.openxmlformats.org/officeDocument/2006/relationships/slideLayout" Target="../slideLayouts/slideLayout154.xml"/><Relationship Id="rId77" Type="http://schemas.openxmlformats.org/officeDocument/2006/relationships/slideLayout" Target="../slideLayouts/slideLayout162.xml"/><Relationship Id="rId8" Type="http://schemas.openxmlformats.org/officeDocument/2006/relationships/slideLayout" Target="../slideLayouts/slideLayout93.xml"/><Relationship Id="rId51" Type="http://schemas.openxmlformats.org/officeDocument/2006/relationships/slideLayout" Target="../slideLayouts/slideLayout136.xml"/><Relationship Id="rId72" Type="http://schemas.openxmlformats.org/officeDocument/2006/relationships/slideLayout" Target="../slideLayouts/slideLayout157.xml"/><Relationship Id="rId80" Type="http://schemas.openxmlformats.org/officeDocument/2006/relationships/slideLayout" Target="../slideLayouts/slideLayout165.xml"/><Relationship Id="rId85" Type="http://schemas.openxmlformats.org/officeDocument/2006/relationships/slideLayout" Target="../slideLayouts/slideLayout170.xml"/><Relationship Id="rId3" Type="http://schemas.openxmlformats.org/officeDocument/2006/relationships/slideLayout" Target="../slideLayouts/slideLayout88.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slideLayout" Target="../slideLayouts/slideLayout123.xml"/><Relationship Id="rId46" Type="http://schemas.openxmlformats.org/officeDocument/2006/relationships/slideLayout" Target="../slideLayouts/slideLayout131.xml"/><Relationship Id="rId59" Type="http://schemas.openxmlformats.org/officeDocument/2006/relationships/slideLayout" Target="../slideLayouts/slideLayout144.xml"/><Relationship Id="rId67" Type="http://schemas.openxmlformats.org/officeDocument/2006/relationships/slideLayout" Target="../slideLayouts/slideLayout152.xml"/><Relationship Id="rId20" Type="http://schemas.openxmlformats.org/officeDocument/2006/relationships/slideLayout" Target="../slideLayouts/slideLayout105.xml"/><Relationship Id="rId41" Type="http://schemas.openxmlformats.org/officeDocument/2006/relationships/slideLayout" Target="../slideLayouts/slideLayout126.xml"/><Relationship Id="rId54" Type="http://schemas.openxmlformats.org/officeDocument/2006/relationships/slideLayout" Target="../slideLayouts/slideLayout139.xml"/><Relationship Id="rId62" Type="http://schemas.openxmlformats.org/officeDocument/2006/relationships/slideLayout" Target="../slideLayouts/slideLayout147.xml"/><Relationship Id="rId70" Type="http://schemas.openxmlformats.org/officeDocument/2006/relationships/slideLayout" Target="../slideLayouts/slideLayout155.xml"/><Relationship Id="rId75" Type="http://schemas.openxmlformats.org/officeDocument/2006/relationships/slideLayout" Target="../slideLayouts/slideLayout160.xml"/><Relationship Id="rId83" Type="http://schemas.openxmlformats.org/officeDocument/2006/relationships/slideLayout" Target="../slideLayouts/slideLayout168.xml"/><Relationship Id="rId88" Type="http://schemas.openxmlformats.org/officeDocument/2006/relationships/slideLayout" Target="../slideLayouts/slideLayout173.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49" Type="http://schemas.openxmlformats.org/officeDocument/2006/relationships/slideLayout" Target="../slideLayouts/slideLayout134.xml"/><Relationship Id="rId57" Type="http://schemas.openxmlformats.org/officeDocument/2006/relationships/slideLayout" Target="../slideLayouts/slideLayout142.xml"/><Relationship Id="rId10" Type="http://schemas.openxmlformats.org/officeDocument/2006/relationships/slideLayout" Target="../slideLayouts/slideLayout95.xml"/><Relationship Id="rId31" Type="http://schemas.openxmlformats.org/officeDocument/2006/relationships/slideLayout" Target="../slideLayouts/slideLayout116.xml"/><Relationship Id="rId44" Type="http://schemas.openxmlformats.org/officeDocument/2006/relationships/slideLayout" Target="../slideLayouts/slideLayout129.xml"/><Relationship Id="rId52" Type="http://schemas.openxmlformats.org/officeDocument/2006/relationships/slideLayout" Target="../slideLayouts/slideLayout137.xml"/><Relationship Id="rId60" Type="http://schemas.openxmlformats.org/officeDocument/2006/relationships/slideLayout" Target="../slideLayouts/slideLayout145.xml"/><Relationship Id="rId65" Type="http://schemas.openxmlformats.org/officeDocument/2006/relationships/slideLayout" Target="../slideLayouts/slideLayout150.xml"/><Relationship Id="rId73" Type="http://schemas.openxmlformats.org/officeDocument/2006/relationships/slideLayout" Target="../slideLayouts/slideLayout158.xml"/><Relationship Id="rId78" Type="http://schemas.openxmlformats.org/officeDocument/2006/relationships/slideLayout" Target="../slideLayouts/slideLayout163.xml"/><Relationship Id="rId81" Type="http://schemas.openxmlformats.org/officeDocument/2006/relationships/slideLayout" Target="../slideLayouts/slideLayout166.xml"/><Relationship Id="rId86" Type="http://schemas.openxmlformats.org/officeDocument/2006/relationships/slideLayout" Target="../slideLayouts/slideLayout171.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3" Type="http://schemas.openxmlformats.org/officeDocument/2006/relationships/slideLayout" Target="../slideLayouts/slideLayout98.xml"/><Relationship Id="rId18" Type="http://schemas.openxmlformats.org/officeDocument/2006/relationships/slideLayout" Target="../slideLayouts/slideLayout103.xml"/><Relationship Id="rId39" Type="http://schemas.openxmlformats.org/officeDocument/2006/relationships/slideLayout" Target="../slideLayouts/slideLayout124.xml"/><Relationship Id="rId34" Type="http://schemas.openxmlformats.org/officeDocument/2006/relationships/slideLayout" Target="../slideLayouts/slideLayout119.xml"/><Relationship Id="rId50" Type="http://schemas.openxmlformats.org/officeDocument/2006/relationships/slideLayout" Target="../slideLayouts/slideLayout135.xml"/><Relationship Id="rId55" Type="http://schemas.openxmlformats.org/officeDocument/2006/relationships/slideLayout" Target="../slideLayouts/slideLayout140.xml"/><Relationship Id="rId76" Type="http://schemas.openxmlformats.org/officeDocument/2006/relationships/slideLayout" Target="../slideLayouts/slideLayout161.xml"/><Relationship Id="rId7" Type="http://schemas.openxmlformats.org/officeDocument/2006/relationships/slideLayout" Target="../slideLayouts/slideLayout92.xml"/><Relationship Id="rId71" Type="http://schemas.openxmlformats.org/officeDocument/2006/relationships/slideLayout" Target="../slideLayouts/slideLayout156.xml"/><Relationship Id="rId2" Type="http://schemas.openxmlformats.org/officeDocument/2006/relationships/slideLayout" Target="../slideLayouts/slideLayout87.xml"/><Relationship Id="rId29" Type="http://schemas.openxmlformats.org/officeDocument/2006/relationships/slideLayout" Target="../slideLayouts/slideLayout114.xml"/><Relationship Id="rId24" Type="http://schemas.openxmlformats.org/officeDocument/2006/relationships/slideLayout" Target="../slideLayouts/slideLayout109.xml"/><Relationship Id="rId40" Type="http://schemas.openxmlformats.org/officeDocument/2006/relationships/slideLayout" Target="../slideLayouts/slideLayout125.xml"/><Relationship Id="rId45" Type="http://schemas.openxmlformats.org/officeDocument/2006/relationships/slideLayout" Target="../slideLayouts/slideLayout130.xml"/><Relationship Id="rId66" Type="http://schemas.openxmlformats.org/officeDocument/2006/relationships/slideLayout" Target="../slideLayouts/slideLayout151.xml"/><Relationship Id="rId87" Type="http://schemas.openxmlformats.org/officeDocument/2006/relationships/slideLayout" Target="../slideLayouts/slideLayout172.xml"/><Relationship Id="rId61" Type="http://schemas.openxmlformats.org/officeDocument/2006/relationships/slideLayout" Target="../slideLayouts/slideLayout146.xml"/><Relationship Id="rId82" Type="http://schemas.openxmlformats.org/officeDocument/2006/relationships/slideLayout" Target="../slideLayouts/slideLayout167.xml"/><Relationship Id="rId19"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3F8360-25A9-4A14-B3CD-92FE2912F630}"/>
              </a:ext>
            </a:extLst>
          </p:cNvPr>
          <p:cNvSpPr>
            <a:spLocks noGrp="1"/>
          </p:cNvSpPr>
          <p:nvPr>
            <p:ph type="title"/>
          </p:nvPr>
        </p:nvSpPr>
        <p:spPr>
          <a:xfrm>
            <a:off x="457200" y="420623"/>
            <a:ext cx="11274552" cy="585216"/>
          </a:xfrm>
          <a:prstGeom prst="rect">
            <a:avLst/>
          </a:prstGeom>
          <a:noFill/>
          <a:ln>
            <a:noFill/>
          </a:ln>
        </p:spPr>
        <p:txBody>
          <a:bodyPr spcFirstLastPara="1" vert="horz" wrap="square" lIns="0" tIns="0" rIns="0" bIns="0" rtlCol="0" anchor="b" anchorCtr="0">
            <a:noAutofit/>
          </a:bodyPr>
          <a:lstStyle/>
          <a:p>
            <a:pPr marR="0" lvl="0">
              <a:spcBef>
                <a:spcPts val="0"/>
              </a:spcBef>
              <a:spcAft>
                <a:spcPts val="0"/>
              </a:spcAft>
              <a:buClr>
                <a:srgbClr val="000000"/>
              </a:buClr>
              <a:buSzPts val="3600"/>
              <a:buFont typeface="Bebas Neue"/>
            </a:pPr>
            <a:r>
              <a:rPr lang="en-US"/>
              <a:t>Click to edit Master title style</a:t>
            </a:r>
          </a:p>
        </p:txBody>
      </p:sp>
      <p:sp>
        <p:nvSpPr>
          <p:cNvPr id="5" name="Footer Placeholder 4">
            <a:extLst>
              <a:ext uri="{FF2B5EF4-FFF2-40B4-BE49-F238E27FC236}">
                <a16:creationId xmlns:a16="http://schemas.microsoft.com/office/drawing/2014/main" id="{EE639AFC-33AE-4DDA-A4BE-DACB51B7CDC0}"/>
              </a:ext>
            </a:extLst>
          </p:cNvPr>
          <p:cNvSpPr>
            <a:spLocks noGrp="1"/>
          </p:cNvSpPr>
          <p:nvPr>
            <p:ph type="ftr" sz="quarter" idx="3"/>
          </p:nvPr>
        </p:nvSpPr>
        <p:spPr>
          <a:xfrm>
            <a:off x="457200" y="6356350"/>
            <a:ext cx="9601200" cy="173736"/>
          </a:xfrm>
          <a:prstGeom prst="rect">
            <a:avLst/>
          </a:prstGeom>
        </p:spPr>
        <p:txBody>
          <a:bodyPr lIns="0" rIns="0" bIns="0" anchor="b" anchorCtr="0"/>
          <a:lstStyle>
            <a:lvl1pPr>
              <a:defRPr lang="en-US" sz="800">
                <a:solidFill>
                  <a:srgbClr val="4E4E4E"/>
                </a:solidFill>
                <a:latin typeface="+mn-lt"/>
                <a:ea typeface="Noto Sans" panose="020B0502040504020204" pitchFamily="34" charset="0"/>
                <a:cs typeface="Noto Sans" panose="020B0502040504020204" pitchFamily="34" charset="0"/>
              </a:defRPr>
            </a:lvl1pPr>
          </a:lstStyle>
          <a:p>
            <a:endParaRPr lang="en-US"/>
          </a:p>
        </p:txBody>
      </p:sp>
      <p:sp>
        <p:nvSpPr>
          <p:cNvPr id="6" name="Slide Number Placeholder 5">
            <a:extLst>
              <a:ext uri="{FF2B5EF4-FFF2-40B4-BE49-F238E27FC236}">
                <a16:creationId xmlns:a16="http://schemas.microsoft.com/office/drawing/2014/main" id="{D3F59951-FC67-4B5D-8FC2-A1130316D0D3}"/>
              </a:ext>
            </a:extLst>
          </p:cNvPr>
          <p:cNvSpPr>
            <a:spLocks noGrp="1"/>
          </p:cNvSpPr>
          <p:nvPr>
            <p:ph type="sldNum" sz="quarter" idx="4"/>
          </p:nvPr>
        </p:nvSpPr>
        <p:spPr>
          <a:xfrm>
            <a:off x="11704320" y="6656832"/>
            <a:ext cx="237744" cy="128016"/>
          </a:xfrm>
          <a:prstGeom prst="rect">
            <a:avLst/>
          </a:prstGeom>
          <a:noFill/>
          <a:ln>
            <a:noFill/>
          </a:ln>
        </p:spPr>
        <p:txBody>
          <a:bodyPr spcFirstLastPara="1" wrap="square" lIns="0" tIns="0" rIns="27425" bIns="0" anchor="b" anchorCtr="0">
            <a:noAutofit/>
          </a:bodyPr>
          <a:lstStyle>
            <a:lvl1pPr algn="r">
              <a:defRPr lang="en-US" sz="1000" i="0" u="none" strike="noStrike" cap="none" smtClean="0">
                <a:solidFill>
                  <a:srgbClr val="4E4E4E"/>
                </a:solidFill>
                <a:latin typeface="+mn-lt"/>
                <a:ea typeface="Noto Sans" panose="020B0502040504020204" pitchFamily="34" charset="0"/>
                <a:cs typeface="Noto Sans" panose="020B0502040504020204" pitchFamily="34" charset="0"/>
                <a:sym typeface="Muli"/>
              </a:defRPr>
            </a:lvl1pPr>
          </a:lstStyle>
          <a:p>
            <a:fld id="{9AF9DD18-3807-4C48-970A-157A842E3EBB}" type="slidenum">
              <a:rPr lang="en-US" smtClean="0"/>
              <a:pPr/>
              <a:t>‹#›</a:t>
            </a:fld>
            <a:endParaRPr lang="en-US"/>
          </a:p>
        </p:txBody>
      </p:sp>
      <p:sp>
        <p:nvSpPr>
          <p:cNvPr id="4" name="Text Placeholder 3">
            <a:extLst>
              <a:ext uri="{FF2B5EF4-FFF2-40B4-BE49-F238E27FC236}">
                <a16:creationId xmlns:a16="http://schemas.microsoft.com/office/drawing/2014/main" id="{CBCFA1DC-BB5A-447C-910F-008BA5A5A2DC}"/>
              </a:ext>
            </a:extLst>
          </p:cNvPr>
          <p:cNvSpPr>
            <a:spLocks noGrp="1"/>
          </p:cNvSpPr>
          <p:nvPr>
            <p:ph type="body" idx="1"/>
          </p:nvPr>
        </p:nvSpPr>
        <p:spPr>
          <a:xfrm>
            <a:off x="457200" y="1565564"/>
            <a:ext cx="11274552" cy="449690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2173837"/>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 id="2147483702" r:id="rId27"/>
    <p:sldLayoutId id="2147483703" r:id="rId28"/>
    <p:sldLayoutId id="2147483704" r:id="rId29"/>
    <p:sldLayoutId id="2147483705" r:id="rId30"/>
    <p:sldLayoutId id="2147483706" r:id="rId31"/>
    <p:sldLayoutId id="2147483707" r:id="rId32"/>
    <p:sldLayoutId id="2147483708" r:id="rId33"/>
    <p:sldLayoutId id="2147483709" r:id="rId34"/>
    <p:sldLayoutId id="2147483710" r:id="rId35"/>
    <p:sldLayoutId id="2147483711" r:id="rId36"/>
    <p:sldLayoutId id="2147483712" r:id="rId37"/>
    <p:sldLayoutId id="2147483713" r:id="rId38"/>
    <p:sldLayoutId id="2147483714" r:id="rId39"/>
    <p:sldLayoutId id="2147483715" r:id="rId40"/>
    <p:sldLayoutId id="2147483716" r:id="rId41"/>
    <p:sldLayoutId id="2147483717" r:id="rId42"/>
    <p:sldLayoutId id="2147483718" r:id="rId43"/>
    <p:sldLayoutId id="2147483719" r:id="rId44"/>
    <p:sldLayoutId id="2147483720" r:id="rId45"/>
    <p:sldLayoutId id="2147483721" r:id="rId46"/>
    <p:sldLayoutId id="2147483722" r:id="rId47"/>
    <p:sldLayoutId id="2147483723" r:id="rId48"/>
    <p:sldLayoutId id="2147483724" r:id="rId49"/>
    <p:sldLayoutId id="2147483725" r:id="rId50"/>
    <p:sldLayoutId id="2147483726" r:id="rId51"/>
    <p:sldLayoutId id="2147483727" r:id="rId52"/>
    <p:sldLayoutId id="2147483728" r:id="rId53"/>
    <p:sldLayoutId id="2147483729" r:id="rId54"/>
    <p:sldLayoutId id="2147483730" r:id="rId55"/>
    <p:sldLayoutId id="2147483731" r:id="rId56"/>
    <p:sldLayoutId id="2147483732" r:id="rId57"/>
    <p:sldLayoutId id="2147483733" r:id="rId58"/>
    <p:sldLayoutId id="2147483734" r:id="rId59"/>
    <p:sldLayoutId id="2147483735" r:id="rId60"/>
    <p:sldLayoutId id="2147483736" r:id="rId61"/>
    <p:sldLayoutId id="2147483737" r:id="rId62"/>
    <p:sldLayoutId id="2147483738" r:id="rId63"/>
    <p:sldLayoutId id="2147483739" r:id="rId64"/>
    <p:sldLayoutId id="2147483740" r:id="rId65"/>
    <p:sldLayoutId id="2147483741" r:id="rId66"/>
    <p:sldLayoutId id="2147483742" r:id="rId67"/>
    <p:sldLayoutId id="2147483743" r:id="rId68"/>
    <p:sldLayoutId id="2147483744" r:id="rId69"/>
    <p:sldLayoutId id="2147483745" r:id="rId70"/>
    <p:sldLayoutId id="2147483746" r:id="rId71"/>
    <p:sldLayoutId id="2147483747" r:id="rId72"/>
    <p:sldLayoutId id="2147483748" r:id="rId73"/>
    <p:sldLayoutId id="2147483749" r:id="rId74"/>
    <p:sldLayoutId id="2147483750" r:id="rId75"/>
    <p:sldLayoutId id="2147483751" r:id="rId76"/>
    <p:sldLayoutId id="2147483752" r:id="rId77"/>
    <p:sldLayoutId id="2147483753" r:id="rId78"/>
    <p:sldLayoutId id="2147483754" r:id="rId79"/>
    <p:sldLayoutId id="2147483755" r:id="rId80"/>
    <p:sldLayoutId id="2147483756" r:id="rId81"/>
    <p:sldLayoutId id="2147483757" r:id="rId82"/>
    <p:sldLayoutId id="2147483758" r:id="rId83"/>
    <p:sldLayoutId id="2147483759" r:id="rId84"/>
    <p:sldLayoutId id="2147483760" r:id="rId85"/>
  </p:sldLayoutIdLst>
  <p:transition>
    <p:fade/>
  </p:transition>
  <p:hf hdr="0" dt="0"/>
  <p:txStyles>
    <p:titleStyle>
      <a:lvl1pPr algn="l" defTabSz="914400" rtl="0" eaLnBrk="1" latinLnBrk="0" hangingPunct="1">
        <a:lnSpc>
          <a:spcPct val="90000"/>
        </a:lnSpc>
        <a:spcBef>
          <a:spcPct val="0"/>
        </a:spcBef>
        <a:buNone/>
        <a:defRPr lang="en-US" sz="2800" b="0" i="0" u="none" strike="noStrike" kern="1200" cap="none" baseline="0" smtClean="0">
          <a:solidFill>
            <a:srgbClr val="3B3758"/>
          </a:solidFill>
          <a:latin typeface="+mj-lt"/>
          <a:ea typeface="+mj-ea"/>
          <a:cs typeface="Arial" panose="020B0604020202020204" pitchFamily="34" charset="0"/>
          <a:sym typeface="Arial"/>
        </a:defRPr>
      </a:lvl1pPr>
    </p:titleStyle>
    <p:bodyStyle>
      <a:lvl1pPr marL="169863" marR="0" indent="-169863" algn="l" defTabSz="914400" rtl="0" eaLnBrk="1" latinLnBrk="0" hangingPunct="1">
        <a:lnSpc>
          <a:spcPct val="100000"/>
        </a:lnSpc>
        <a:spcBef>
          <a:spcPts val="600"/>
        </a:spcBef>
        <a:spcAft>
          <a:spcPts val="0"/>
        </a:spcAft>
        <a:buClr>
          <a:srgbClr val="8C8C8C"/>
        </a:buClr>
        <a:buFont typeface="Arial" panose="020B0604020202020204" pitchFamily="34" charset="0"/>
        <a:buChar char="•"/>
        <a:defRPr lang="en-US" sz="1800" b="0" i="0" u="none" strike="noStrike" kern="1200" cap="none" dirty="0" smtClean="0">
          <a:solidFill>
            <a:srgbClr val="4E4E4E"/>
          </a:solidFill>
          <a:latin typeface="+mn-lt"/>
          <a:ea typeface="Noto Sans" panose="020B0502040504020204" pitchFamily="34" charset="0"/>
          <a:cs typeface="Noto Sans" panose="020B0502040504020204" pitchFamily="34" charset="0"/>
          <a:sym typeface="Arial"/>
        </a:defRPr>
      </a:lvl1pPr>
      <a:lvl2pPr marL="628650" marR="0" indent="-171450" algn="l" defTabSz="914400" rtl="0" eaLnBrk="1" latinLnBrk="0" hangingPunct="1">
        <a:lnSpc>
          <a:spcPct val="100000"/>
        </a:lnSpc>
        <a:spcBef>
          <a:spcPts val="600"/>
        </a:spcBef>
        <a:spcAft>
          <a:spcPts val="0"/>
        </a:spcAft>
        <a:buClr>
          <a:srgbClr val="8C8C8C"/>
        </a:buClr>
        <a:buFont typeface="Tw Cen MT" panose="020B0602020104020603" pitchFamily="34" charset="0"/>
        <a:buChar char="–"/>
        <a:tabLst/>
        <a:defRPr lang="en-US" sz="1800" b="0" i="0" u="none" strike="noStrike" kern="1200" cap="none" dirty="0" smtClean="0">
          <a:solidFill>
            <a:srgbClr val="4E4E4E"/>
          </a:solidFill>
          <a:latin typeface="+mn-lt"/>
          <a:ea typeface="Noto Sans" panose="020B0502040504020204" pitchFamily="34" charset="0"/>
          <a:cs typeface="Noto Sans" panose="020B0502040504020204" pitchFamily="34" charset="0"/>
          <a:sym typeface="Arial"/>
        </a:defRPr>
      </a:lvl2pPr>
      <a:lvl3pPr marL="1090613" marR="0" indent="-176213" algn="l" defTabSz="914400" rtl="0" eaLnBrk="1" latinLnBrk="0" hangingPunct="1">
        <a:lnSpc>
          <a:spcPct val="100000"/>
        </a:lnSpc>
        <a:spcBef>
          <a:spcPts val="600"/>
        </a:spcBef>
        <a:spcAft>
          <a:spcPts val="0"/>
        </a:spcAft>
        <a:buClr>
          <a:srgbClr val="8C8C8C"/>
        </a:buClr>
        <a:buFont typeface="Arial" panose="020B0604020202020204" pitchFamily="34" charset="0"/>
        <a:buChar char="•"/>
        <a:defRPr lang="en-US" sz="1800" b="0" i="0" u="none" strike="noStrike" kern="1200" cap="none" dirty="0" smtClean="0">
          <a:solidFill>
            <a:srgbClr val="4E4E4E"/>
          </a:solidFill>
          <a:latin typeface="+mn-lt"/>
          <a:ea typeface="Noto Sans" panose="020B0502040504020204" pitchFamily="34" charset="0"/>
          <a:cs typeface="Noto Sans" panose="020B0502040504020204" pitchFamily="34" charset="0"/>
          <a:sym typeface="Arial"/>
        </a:defRPr>
      </a:lvl3pPr>
      <a:lvl4pPr marL="1543050" marR="0" indent="-171450" algn="l" defTabSz="914400" rtl="0" eaLnBrk="1" latinLnBrk="0" hangingPunct="1">
        <a:lnSpc>
          <a:spcPct val="100000"/>
        </a:lnSpc>
        <a:spcBef>
          <a:spcPts val="600"/>
        </a:spcBef>
        <a:spcAft>
          <a:spcPts val="0"/>
        </a:spcAft>
        <a:buClr>
          <a:srgbClr val="8C8C8C"/>
        </a:buClr>
        <a:buFont typeface="Tw Cen MT" panose="020B0602020104020603" pitchFamily="34" charset="0"/>
        <a:buChar char="–"/>
        <a:defRPr lang="en-US" sz="1800" b="0" i="0" u="none" strike="noStrike" kern="1200" cap="none" dirty="0" smtClean="0">
          <a:solidFill>
            <a:srgbClr val="4E4E4E"/>
          </a:solidFill>
          <a:latin typeface="+mn-lt"/>
          <a:ea typeface="Noto Sans" panose="020B0502040504020204" pitchFamily="34" charset="0"/>
          <a:cs typeface="Noto Sans" panose="020B0502040504020204" pitchFamily="34" charset="0"/>
          <a:sym typeface="Arial"/>
        </a:defRPr>
      </a:lvl4pPr>
      <a:lvl5pPr marL="2005013" marR="0" indent="-176213" algn="l" defTabSz="914400" rtl="0" eaLnBrk="1" latinLnBrk="0" hangingPunct="1">
        <a:lnSpc>
          <a:spcPct val="100000"/>
        </a:lnSpc>
        <a:spcBef>
          <a:spcPts val="600"/>
        </a:spcBef>
        <a:spcAft>
          <a:spcPts val="0"/>
        </a:spcAft>
        <a:buClr>
          <a:srgbClr val="8C8C8C"/>
        </a:buClr>
        <a:buFont typeface="Arial" panose="020B0604020202020204" pitchFamily="34" charset="0"/>
        <a:buChar char="•"/>
        <a:defRPr lang="en-US" sz="1800" b="0" i="0" u="none" strike="noStrike" kern="1200" cap="none" dirty="0" smtClean="0">
          <a:solidFill>
            <a:srgbClr val="4E4E4E"/>
          </a:solidFill>
          <a:latin typeface="+mn-lt"/>
          <a:ea typeface="Noto Sans" panose="020B0502040504020204" pitchFamily="34" charset="0"/>
          <a:cs typeface="Noto Sans" panose="020B0502040504020204" pitchFamily="34" charset="0"/>
          <a:sym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7392">
          <p15:clr>
            <a:srgbClr val="F26B43"/>
          </p15:clr>
        </p15:guide>
        <p15:guide id="4" pos="288">
          <p15:clr>
            <a:srgbClr val="F26B43"/>
          </p15:clr>
        </p15:guide>
        <p15:guide id="5" orient="horz" pos="984">
          <p15:clr>
            <a:srgbClr val="F26B43"/>
          </p15:clr>
        </p15:guide>
        <p15:guide id="6" orient="horz" pos="38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3F8360-25A9-4A14-B3CD-92FE2912F630}"/>
              </a:ext>
            </a:extLst>
          </p:cNvPr>
          <p:cNvSpPr>
            <a:spLocks noGrp="1"/>
          </p:cNvSpPr>
          <p:nvPr>
            <p:ph type="title"/>
          </p:nvPr>
        </p:nvSpPr>
        <p:spPr>
          <a:xfrm>
            <a:off x="457200" y="420623"/>
            <a:ext cx="11274552" cy="585216"/>
          </a:xfrm>
          <a:prstGeom prst="rect">
            <a:avLst/>
          </a:prstGeom>
          <a:noFill/>
          <a:ln>
            <a:noFill/>
          </a:ln>
        </p:spPr>
        <p:txBody>
          <a:bodyPr spcFirstLastPara="1" vert="horz" wrap="square" lIns="0" tIns="0" rIns="0" bIns="0" rtlCol="0" anchor="b" anchorCtr="0">
            <a:noAutofit/>
          </a:bodyPr>
          <a:lstStyle/>
          <a:p>
            <a:pPr marR="0" lvl="0">
              <a:spcBef>
                <a:spcPts val="0"/>
              </a:spcBef>
              <a:spcAft>
                <a:spcPts val="0"/>
              </a:spcAft>
              <a:buClr>
                <a:srgbClr val="000000"/>
              </a:buClr>
              <a:buSzPts val="3600"/>
              <a:buFont typeface="Bebas Neue"/>
            </a:pPr>
            <a:r>
              <a:rPr lang="en-US"/>
              <a:t>Click to edit Master title style</a:t>
            </a:r>
          </a:p>
        </p:txBody>
      </p:sp>
      <p:sp>
        <p:nvSpPr>
          <p:cNvPr id="5" name="Footer Placeholder 4">
            <a:extLst>
              <a:ext uri="{FF2B5EF4-FFF2-40B4-BE49-F238E27FC236}">
                <a16:creationId xmlns:a16="http://schemas.microsoft.com/office/drawing/2014/main" id="{EE639AFC-33AE-4DDA-A4BE-DACB51B7CDC0}"/>
              </a:ext>
            </a:extLst>
          </p:cNvPr>
          <p:cNvSpPr>
            <a:spLocks noGrp="1"/>
          </p:cNvSpPr>
          <p:nvPr>
            <p:ph type="ftr" sz="quarter" idx="3"/>
          </p:nvPr>
        </p:nvSpPr>
        <p:spPr>
          <a:xfrm>
            <a:off x="457200" y="6356350"/>
            <a:ext cx="9601200" cy="173736"/>
          </a:xfrm>
          <a:prstGeom prst="rect">
            <a:avLst/>
          </a:prstGeom>
        </p:spPr>
        <p:txBody>
          <a:bodyPr lIns="0" rIns="0" bIns="0" anchor="b" anchorCtr="0"/>
          <a:lstStyle>
            <a:lvl1pPr>
              <a:defRPr lang="en-US" sz="800">
                <a:solidFill>
                  <a:srgbClr val="4E4E4E"/>
                </a:solidFill>
                <a:latin typeface="+mn-lt"/>
                <a:ea typeface="Noto Sans" panose="020B0502040504020204" pitchFamily="34" charset="0"/>
                <a:cs typeface="Noto Sans" panose="020B0502040504020204" pitchFamily="34" charset="0"/>
              </a:defRPr>
            </a:lvl1pPr>
          </a:lstStyle>
          <a:p>
            <a:endParaRPr lang="en-US"/>
          </a:p>
        </p:txBody>
      </p:sp>
      <p:sp>
        <p:nvSpPr>
          <p:cNvPr id="6" name="Slide Number Placeholder 5">
            <a:extLst>
              <a:ext uri="{FF2B5EF4-FFF2-40B4-BE49-F238E27FC236}">
                <a16:creationId xmlns:a16="http://schemas.microsoft.com/office/drawing/2014/main" id="{D3F59951-FC67-4B5D-8FC2-A1130316D0D3}"/>
              </a:ext>
            </a:extLst>
          </p:cNvPr>
          <p:cNvSpPr>
            <a:spLocks noGrp="1"/>
          </p:cNvSpPr>
          <p:nvPr>
            <p:ph type="sldNum" sz="quarter" idx="4"/>
          </p:nvPr>
        </p:nvSpPr>
        <p:spPr>
          <a:xfrm>
            <a:off x="11704320" y="6656832"/>
            <a:ext cx="237744" cy="128016"/>
          </a:xfrm>
          <a:prstGeom prst="rect">
            <a:avLst/>
          </a:prstGeom>
          <a:noFill/>
          <a:ln>
            <a:noFill/>
          </a:ln>
        </p:spPr>
        <p:txBody>
          <a:bodyPr spcFirstLastPara="1" wrap="square" lIns="0" tIns="0" rIns="27425" bIns="0" anchor="b" anchorCtr="0">
            <a:noAutofit/>
          </a:bodyPr>
          <a:lstStyle>
            <a:lvl1pPr algn="r">
              <a:defRPr lang="en-US" sz="1000" i="0" u="none" strike="noStrike" cap="none" smtClean="0">
                <a:solidFill>
                  <a:srgbClr val="4E4E4E"/>
                </a:solidFill>
                <a:latin typeface="+mn-lt"/>
                <a:ea typeface="Noto Sans" panose="020B0502040504020204" pitchFamily="34" charset="0"/>
                <a:cs typeface="Noto Sans" panose="020B0502040504020204" pitchFamily="34" charset="0"/>
                <a:sym typeface="Muli"/>
              </a:defRPr>
            </a:lvl1pPr>
          </a:lstStyle>
          <a:p>
            <a:fld id="{3705743C-5002-4264-BBD1-F99B754DF5BE}" type="slidenum">
              <a:rPr lang="en-US" smtClean="0"/>
              <a:t>‹#›</a:t>
            </a:fld>
            <a:endParaRPr lang="en-US"/>
          </a:p>
        </p:txBody>
      </p:sp>
      <p:sp>
        <p:nvSpPr>
          <p:cNvPr id="4" name="Text Placeholder 3">
            <a:extLst>
              <a:ext uri="{FF2B5EF4-FFF2-40B4-BE49-F238E27FC236}">
                <a16:creationId xmlns:a16="http://schemas.microsoft.com/office/drawing/2014/main" id="{CBCFA1DC-BB5A-447C-910F-008BA5A5A2DC}"/>
              </a:ext>
            </a:extLst>
          </p:cNvPr>
          <p:cNvSpPr>
            <a:spLocks noGrp="1"/>
          </p:cNvSpPr>
          <p:nvPr>
            <p:ph type="body" idx="1"/>
          </p:nvPr>
        </p:nvSpPr>
        <p:spPr>
          <a:xfrm>
            <a:off x="457200" y="1565564"/>
            <a:ext cx="11274552" cy="449690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6386779"/>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 id="2147483786" r:id="rId25"/>
    <p:sldLayoutId id="2147483787" r:id="rId26"/>
    <p:sldLayoutId id="2147483788" r:id="rId27"/>
    <p:sldLayoutId id="2147483789" r:id="rId28"/>
    <p:sldLayoutId id="2147483790" r:id="rId29"/>
    <p:sldLayoutId id="2147483791" r:id="rId30"/>
    <p:sldLayoutId id="2147483792" r:id="rId31"/>
    <p:sldLayoutId id="2147483793" r:id="rId32"/>
    <p:sldLayoutId id="2147483794" r:id="rId33"/>
    <p:sldLayoutId id="2147483795" r:id="rId34"/>
    <p:sldLayoutId id="2147483796" r:id="rId35"/>
    <p:sldLayoutId id="2147483797" r:id="rId36"/>
    <p:sldLayoutId id="2147483798" r:id="rId37"/>
    <p:sldLayoutId id="2147483799" r:id="rId38"/>
    <p:sldLayoutId id="2147483800" r:id="rId39"/>
    <p:sldLayoutId id="2147483801" r:id="rId40"/>
    <p:sldLayoutId id="2147483802" r:id="rId41"/>
    <p:sldLayoutId id="2147483803" r:id="rId42"/>
    <p:sldLayoutId id="2147483804" r:id="rId43"/>
    <p:sldLayoutId id="2147483805" r:id="rId44"/>
    <p:sldLayoutId id="2147483806" r:id="rId45"/>
    <p:sldLayoutId id="2147483807" r:id="rId46"/>
    <p:sldLayoutId id="2147483808" r:id="rId47"/>
    <p:sldLayoutId id="2147483809" r:id="rId48"/>
    <p:sldLayoutId id="2147483810" r:id="rId49"/>
    <p:sldLayoutId id="2147483811" r:id="rId50"/>
    <p:sldLayoutId id="2147483812" r:id="rId51"/>
    <p:sldLayoutId id="2147483813" r:id="rId52"/>
    <p:sldLayoutId id="2147483814" r:id="rId53"/>
    <p:sldLayoutId id="2147483815" r:id="rId54"/>
    <p:sldLayoutId id="2147483816" r:id="rId55"/>
    <p:sldLayoutId id="2147483817" r:id="rId56"/>
    <p:sldLayoutId id="2147483818" r:id="rId57"/>
    <p:sldLayoutId id="2147483819" r:id="rId58"/>
    <p:sldLayoutId id="2147483820" r:id="rId59"/>
    <p:sldLayoutId id="2147483821" r:id="rId60"/>
    <p:sldLayoutId id="2147483822" r:id="rId61"/>
    <p:sldLayoutId id="2147483823" r:id="rId62"/>
    <p:sldLayoutId id="2147483824" r:id="rId63"/>
    <p:sldLayoutId id="2147483825" r:id="rId64"/>
    <p:sldLayoutId id="2147483826" r:id="rId65"/>
    <p:sldLayoutId id="2147483827" r:id="rId66"/>
    <p:sldLayoutId id="2147483828" r:id="rId67"/>
    <p:sldLayoutId id="2147483829" r:id="rId68"/>
    <p:sldLayoutId id="2147483830" r:id="rId69"/>
    <p:sldLayoutId id="2147483831" r:id="rId70"/>
    <p:sldLayoutId id="2147483832" r:id="rId71"/>
    <p:sldLayoutId id="2147483833" r:id="rId72"/>
    <p:sldLayoutId id="2147483834" r:id="rId73"/>
    <p:sldLayoutId id="2147483835" r:id="rId74"/>
    <p:sldLayoutId id="2147483836" r:id="rId75"/>
    <p:sldLayoutId id="2147483837" r:id="rId76"/>
    <p:sldLayoutId id="2147483838" r:id="rId77"/>
    <p:sldLayoutId id="2147483839" r:id="rId78"/>
    <p:sldLayoutId id="2147483840" r:id="rId79"/>
    <p:sldLayoutId id="2147483841" r:id="rId80"/>
    <p:sldLayoutId id="2147483842" r:id="rId81"/>
    <p:sldLayoutId id="2147483843" r:id="rId82"/>
    <p:sldLayoutId id="2147483844" r:id="rId83"/>
    <p:sldLayoutId id="2147483845" r:id="rId84"/>
    <p:sldLayoutId id="2147483846" r:id="rId85"/>
    <p:sldLayoutId id="2147483847" r:id="rId86"/>
    <p:sldLayoutId id="2147483848" r:id="rId87"/>
    <p:sldLayoutId id="2147483849" r:id="rId88"/>
  </p:sldLayoutIdLst>
  <p:transition>
    <p:fade/>
  </p:transition>
  <p:txStyles>
    <p:titleStyle>
      <a:lvl1pPr algn="l" defTabSz="914400" rtl="0" eaLnBrk="1" latinLnBrk="0" hangingPunct="1">
        <a:lnSpc>
          <a:spcPct val="90000"/>
        </a:lnSpc>
        <a:spcBef>
          <a:spcPct val="0"/>
        </a:spcBef>
        <a:buNone/>
        <a:defRPr lang="en-US" sz="2800" b="0" i="0" u="none" strike="noStrike" kern="1200" cap="none" baseline="0" smtClean="0">
          <a:solidFill>
            <a:srgbClr val="3B3758"/>
          </a:solidFill>
          <a:latin typeface="+mj-lt"/>
          <a:ea typeface="+mj-ea"/>
          <a:cs typeface="Arial" panose="020B0604020202020204" pitchFamily="34" charset="0"/>
          <a:sym typeface="Arial"/>
        </a:defRPr>
      </a:lvl1pPr>
    </p:titleStyle>
    <p:bodyStyle>
      <a:lvl1pPr marL="169863" marR="0" indent="-169863" algn="l" defTabSz="914400" rtl="0" eaLnBrk="1" latinLnBrk="0" hangingPunct="1">
        <a:lnSpc>
          <a:spcPct val="100000"/>
        </a:lnSpc>
        <a:spcBef>
          <a:spcPts val="600"/>
        </a:spcBef>
        <a:spcAft>
          <a:spcPts val="0"/>
        </a:spcAft>
        <a:buClr>
          <a:srgbClr val="8C8C8C"/>
        </a:buClr>
        <a:buFont typeface="Arial" panose="020B0604020202020204" pitchFamily="34" charset="0"/>
        <a:buChar char="•"/>
        <a:defRPr lang="en-US" sz="1800" b="0" i="0" u="none" strike="noStrike" kern="1200" cap="none" dirty="0" smtClean="0">
          <a:solidFill>
            <a:srgbClr val="4E4E4E"/>
          </a:solidFill>
          <a:latin typeface="+mn-lt"/>
          <a:ea typeface="Noto Sans" panose="020B0502040504020204" pitchFamily="34" charset="0"/>
          <a:cs typeface="Noto Sans" panose="020B0502040504020204" pitchFamily="34" charset="0"/>
          <a:sym typeface="Arial"/>
        </a:defRPr>
      </a:lvl1pPr>
      <a:lvl2pPr marL="628650" marR="0" indent="-171450" algn="l" defTabSz="914400" rtl="0" eaLnBrk="1" latinLnBrk="0" hangingPunct="1">
        <a:lnSpc>
          <a:spcPct val="100000"/>
        </a:lnSpc>
        <a:spcBef>
          <a:spcPts val="600"/>
        </a:spcBef>
        <a:spcAft>
          <a:spcPts val="0"/>
        </a:spcAft>
        <a:buClr>
          <a:srgbClr val="8C8C8C"/>
        </a:buClr>
        <a:buFont typeface="Tw Cen MT" panose="020B0602020104020603" pitchFamily="34" charset="0"/>
        <a:buChar char="–"/>
        <a:tabLst/>
        <a:defRPr lang="en-US" sz="1800" b="0" i="0" u="none" strike="noStrike" kern="1200" cap="none" dirty="0" smtClean="0">
          <a:solidFill>
            <a:srgbClr val="4E4E4E"/>
          </a:solidFill>
          <a:latin typeface="+mn-lt"/>
          <a:ea typeface="Noto Sans" panose="020B0502040504020204" pitchFamily="34" charset="0"/>
          <a:cs typeface="Noto Sans" panose="020B0502040504020204" pitchFamily="34" charset="0"/>
          <a:sym typeface="Arial"/>
        </a:defRPr>
      </a:lvl2pPr>
      <a:lvl3pPr marL="1090613" marR="0" indent="-176213" algn="l" defTabSz="914400" rtl="0" eaLnBrk="1" latinLnBrk="0" hangingPunct="1">
        <a:lnSpc>
          <a:spcPct val="100000"/>
        </a:lnSpc>
        <a:spcBef>
          <a:spcPts val="600"/>
        </a:spcBef>
        <a:spcAft>
          <a:spcPts val="0"/>
        </a:spcAft>
        <a:buClr>
          <a:srgbClr val="8C8C8C"/>
        </a:buClr>
        <a:buFont typeface="Arial" panose="020B0604020202020204" pitchFamily="34" charset="0"/>
        <a:buChar char="•"/>
        <a:defRPr lang="en-US" sz="1800" b="0" i="0" u="none" strike="noStrike" kern="1200" cap="none" dirty="0" smtClean="0">
          <a:solidFill>
            <a:srgbClr val="4E4E4E"/>
          </a:solidFill>
          <a:latin typeface="+mn-lt"/>
          <a:ea typeface="Noto Sans" panose="020B0502040504020204" pitchFamily="34" charset="0"/>
          <a:cs typeface="Noto Sans" panose="020B0502040504020204" pitchFamily="34" charset="0"/>
          <a:sym typeface="Arial"/>
        </a:defRPr>
      </a:lvl3pPr>
      <a:lvl4pPr marL="1543050" marR="0" indent="-171450" algn="l" defTabSz="914400" rtl="0" eaLnBrk="1" latinLnBrk="0" hangingPunct="1">
        <a:lnSpc>
          <a:spcPct val="100000"/>
        </a:lnSpc>
        <a:spcBef>
          <a:spcPts val="600"/>
        </a:spcBef>
        <a:spcAft>
          <a:spcPts val="0"/>
        </a:spcAft>
        <a:buClr>
          <a:srgbClr val="8C8C8C"/>
        </a:buClr>
        <a:buFont typeface="Tw Cen MT" panose="020B0602020104020603" pitchFamily="34" charset="0"/>
        <a:buChar char="–"/>
        <a:defRPr lang="en-US" sz="1800" b="0" i="0" u="none" strike="noStrike" kern="1200" cap="none" dirty="0" smtClean="0">
          <a:solidFill>
            <a:srgbClr val="4E4E4E"/>
          </a:solidFill>
          <a:latin typeface="+mn-lt"/>
          <a:ea typeface="Noto Sans" panose="020B0502040504020204" pitchFamily="34" charset="0"/>
          <a:cs typeface="Noto Sans" panose="020B0502040504020204" pitchFamily="34" charset="0"/>
          <a:sym typeface="Arial"/>
        </a:defRPr>
      </a:lvl4pPr>
      <a:lvl5pPr marL="2005013" marR="0" indent="-176213" algn="l" defTabSz="914400" rtl="0" eaLnBrk="1" latinLnBrk="0" hangingPunct="1">
        <a:lnSpc>
          <a:spcPct val="100000"/>
        </a:lnSpc>
        <a:spcBef>
          <a:spcPts val="600"/>
        </a:spcBef>
        <a:spcAft>
          <a:spcPts val="0"/>
        </a:spcAft>
        <a:buClr>
          <a:srgbClr val="8C8C8C"/>
        </a:buClr>
        <a:buFont typeface="Arial" panose="020B0604020202020204" pitchFamily="34" charset="0"/>
        <a:buChar char="•"/>
        <a:defRPr lang="en-US" sz="1800" b="0" i="0" u="none" strike="noStrike" kern="1200" cap="none" dirty="0" smtClean="0">
          <a:solidFill>
            <a:srgbClr val="4E4E4E"/>
          </a:solidFill>
          <a:latin typeface="+mn-lt"/>
          <a:ea typeface="Noto Sans" panose="020B0502040504020204" pitchFamily="34" charset="0"/>
          <a:cs typeface="Noto Sans" panose="020B0502040504020204" pitchFamily="34" charset="0"/>
          <a:sym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7392">
          <p15:clr>
            <a:srgbClr val="F26B43"/>
          </p15:clr>
        </p15:guide>
        <p15:guide id="4" pos="288">
          <p15:clr>
            <a:srgbClr val="F26B43"/>
          </p15:clr>
        </p15:guide>
        <p15:guide id="5" orient="horz" pos="984">
          <p15:clr>
            <a:srgbClr val="F26B43"/>
          </p15:clr>
        </p15:guide>
        <p15:guide id="6" orient="horz" pos="38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487799" y="4820000"/>
            <a:ext cx="7300000" cy="738664"/>
          </a:xfrm>
          <a:prstGeom prst="rect">
            <a:avLst/>
          </a:prstGeom>
          <a:noFill/>
        </p:spPr>
        <p:txBody>
          <a:bodyPr wrap="square" lIns="0" tIns="0" rIns="0" bIns="0" anchor="t">
            <a:spAutoFit/>
          </a:bodyPr>
          <a:lstStyle/>
          <a:p>
            <a:pPr algn="l">
              <a:spcAft>
                <a:spcPts val="600"/>
              </a:spcAft>
            </a:pPr>
            <a:r>
              <a:rPr sz="3000" b="1" i="0" dirty="0">
                <a:solidFill>
                  <a:srgbClr val="3B3758"/>
                </a:solidFill>
                <a:latin typeface="Inter SemiBold"/>
              </a:rPr>
              <a:t>Data Trust Score</a:t>
            </a:r>
          </a:p>
          <a:p>
            <a:pPr algn="l"/>
            <a:r>
              <a:rPr sz="1300" b="0" i="0" dirty="0">
                <a:solidFill>
                  <a:srgbClr val="333333"/>
                </a:solidFill>
                <a:latin typeface="Inter"/>
              </a:rPr>
              <a:t>A weighted measure of whether a dataset is fit to publish in the enterprise Data Marketplace.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1274552" cy="274320"/>
          </a:xfrm>
          <a:prstGeom prst="rect">
            <a:avLst/>
          </a:prstGeom>
          <a:noFill/>
        </p:spPr>
        <p:txBody>
          <a:bodyPr wrap="square" lIns="0" tIns="0" rIns="0" bIns="0" anchor="t">
            <a:spAutoFit/>
          </a:bodyPr>
          <a:lstStyle/>
          <a:p>
            <a:pPr algn="l"/>
            <a:r>
              <a:rPr sz="1200" b="1" i="0">
                <a:solidFill>
                  <a:srgbClr val="0022AF"/>
                </a:solidFill>
                <a:latin typeface="Inter SemiBold"/>
              </a:rPr>
              <a:t>AGENDA</a:t>
            </a:r>
          </a:p>
        </p:txBody>
      </p:sp>
      <p:sp>
        <p:nvSpPr>
          <p:cNvPr id="3" name="TextBox 2"/>
          <p:cNvSpPr txBox="1"/>
          <p:nvPr/>
        </p:nvSpPr>
        <p:spPr>
          <a:xfrm>
            <a:off x="457200" y="658368"/>
            <a:ext cx="11274552" cy="685800"/>
          </a:xfrm>
          <a:prstGeom prst="rect">
            <a:avLst/>
          </a:prstGeom>
          <a:noFill/>
        </p:spPr>
        <p:txBody>
          <a:bodyPr wrap="square" lIns="0" tIns="0" rIns="0" bIns="0" anchor="t">
            <a:spAutoFit/>
          </a:bodyPr>
          <a:lstStyle/>
          <a:p>
            <a:pPr algn="l"/>
            <a:r>
              <a:rPr sz="2800" b="1" i="0">
                <a:solidFill>
                  <a:srgbClr val="3B3758"/>
                </a:solidFill>
                <a:latin typeface="Inter SemiBold"/>
              </a:rPr>
              <a:t>What we'll cover</a:t>
            </a:r>
          </a:p>
        </p:txBody>
      </p:sp>
      <p:sp>
        <p:nvSpPr>
          <p:cNvPr id="4" name="Oval 3"/>
          <p:cNvSpPr/>
          <p:nvPr/>
        </p:nvSpPr>
        <p:spPr>
          <a:xfrm>
            <a:off x="457200" y="1720000"/>
            <a:ext cx="460000" cy="4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1</a:t>
            </a:r>
          </a:p>
        </p:txBody>
      </p:sp>
      <p:sp>
        <p:nvSpPr>
          <p:cNvPr id="5" name="TextBox 4"/>
          <p:cNvSpPr txBox="1"/>
          <p:nvPr/>
        </p:nvSpPr>
        <p:spPr>
          <a:xfrm>
            <a:off x="1067200" y="1720000"/>
            <a:ext cx="4900000" cy="460000"/>
          </a:xfrm>
          <a:prstGeom prst="rect">
            <a:avLst/>
          </a:prstGeom>
          <a:noFill/>
        </p:spPr>
        <p:txBody>
          <a:bodyPr wrap="square" lIns="0" tIns="0" rIns="0" bIns="0" anchor="ctr">
            <a:spAutoFit/>
          </a:bodyPr>
          <a:lstStyle/>
          <a:p>
            <a:pPr algn="l"/>
            <a:r>
              <a:rPr sz="1300" b="1" i="0">
                <a:solidFill>
                  <a:srgbClr val="3B3758"/>
                </a:solidFill>
                <a:latin typeface="Inter SemiBold"/>
              </a:rPr>
              <a:t>The problem: why the prototype needed rebalancing</a:t>
            </a:r>
          </a:p>
        </p:txBody>
      </p:sp>
      <p:sp>
        <p:nvSpPr>
          <p:cNvPr id="6" name="Oval 5"/>
          <p:cNvSpPr/>
          <p:nvPr/>
        </p:nvSpPr>
        <p:spPr>
          <a:xfrm>
            <a:off x="457200" y="2420000"/>
            <a:ext cx="460000" cy="4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2</a:t>
            </a:r>
          </a:p>
        </p:txBody>
      </p:sp>
      <p:sp>
        <p:nvSpPr>
          <p:cNvPr id="7" name="TextBox 6"/>
          <p:cNvSpPr txBox="1"/>
          <p:nvPr/>
        </p:nvSpPr>
        <p:spPr>
          <a:xfrm>
            <a:off x="1067200" y="2420000"/>
            <a:ext cx="4900000" cy="460000"/>
          </a:xfrm>
          <a:prstGeom prst="rect">
            <a:avLst/>
          </a:prstGeom>
          <a:noFill/>
        </p:spPr>
        <p:txBody>
          <a:bodyPr wrap="square" lIns="0" tIns="0" rIns="0" bIns="0" anchor="ctr">
            <a:spAutoFit/>
          </a:bodyPr>
          <a:lstStyle/>
          <a:p>
            <a:pPr algn="l"/>
            <a:r>
              <a:rPr sz="1300" b="1" i="0">
                <a:solidFill>
                  <a:srgbClr val="3B3758"/>
                </a:solidFill>
                <a:latin typeface="Inter SemiBold"/>
              </a:rPr>
              <a:t>The fix: how we arrived at the model</a:t>
            </a:r>
          </a:p>
        </p:txBody>
      </p:sp>
      <p:sp>
        <p:nvSpPr>
          <p:cNvPr id="8" name="Oval 7"/>
          <p:cNvSpPr/>
          <p:nvPr/>
        </p:nvSpPr>
        <p:spPr>
          <a:xfrm>
            <a:off x="457200" y="3120000"/>
            <a:ext cx="460000" cy="4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3</a:t>
            </a:r>
          </a:p>
        </p:txBody>
      </p:sp>
      <p:sp>
        <p:nvSpPr>
          <p:cNvPr id="9" name="TextBox 8"/>
          <p:cNvSpPr txBox="1"/>
          <p:nvPr/>
        </p:nvSpPr>
        <p:spPr>
          <a:xfrm>
            <a:off x="1067200" y="3120000"/>
            <a:ext cx="4900000" cy="460000"/>
          </a:xfrm>
          <a:prstGeom prst="rect">
            <a:avLst/>
          </a:prstGeom>
          <a:noFill/>
        </p:spPr>
        <p:txBody>
          <a:bodyPr wrap="square" lIns="0" tIns="0" rIns="0" bIns="0" anchor="ctr">
            <a:spAutoFit/>
          </a:bodyPr>
          <a:lstStyle/>
          <a:p>
            <a:pPr algn="l"/>
            <a:r>
              <a:rPr sz="1300" b="1" i="0">
                <a:solidFill>
                  <a:srgbClr val="3B3758"/>
                </a:solidFill>
                <a:latin typeface="Inter SemiBold"/>
              </a:rPr>
              <a:t>The model: ten dimensions and rebalanced weights</a:t>
            </a:r>
          </a:p>
        </p:txBody>
      </p:sp>
      <p:sp>
        <p:nvSpPr>
          <p:cNvPr id="10" name="Oval 9"/>
          <p:cNvSpPr/>
          <p:nvPr/>
        </p:nvSpPr>
        <p:spPr>
          <a:xfrm>
            <a:off x="457200" y="3820000"/>
            <a:ext cx="460000" cy="4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4</a:t>
            </a:r>
          </a:p>
        </p:txBody>
      </p:sp>
      <p:sp>
        <p:nvSpPr>
          <p:cNvPr id="11" name="TextBox 10"/>
          <p:cNvSpPr txBox="1"/>
          <p:nvPr/>
        </p:nvSpPr>
        <p:spPr>
          <a:xfrm>
            <a:off x="1067200" y="3820000"/>
            <a:ext cx="4900000" cy="460000"/>
          </a:xfrm>
          <a:prstGeom prst="rect">
            <a:avLst/>
          </a:prstGeom>
          <a:noFill/>
        </p:spPr>
        <p:txBody>
          <a:bodyPr wrap="square" lIns="0" tIns="0" rIns="0" bIns="0" anchor="ctr">
            <a:spAutoFit/>
          </a:bodyPr>
          <a:lstStyle/>
          <a:p>
            <a:pPr algn="l"/>
            <a:r>
              <a:rPr sz="1300" b="1" i="0">
                <a:solidFill>
                  <a:srgbClr val="3B3758"/>
                </a:solidFill>
                <a:latin typeface="Inter SemiBold"/>
              </a:rPr>
              <a:t>How a score is built</a:t>
            </a:r>
          </a:p>
        </p:txBody>
      </p:sp>
      <p:sp>
        <p:nvSpPr>
          <p:cNvPr id="12" name="Oval 11"/>
          <p:cNvSpPr/>
          <p:nvPr/>
        </p:nvSpPr>
        <p:spPr>
          <a:xfrm>
            <a:off x="6094200" y="1720000"/>
            <a:ext cx="460000" cy="4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5</a:t>
            </a:r>
          </a:p>
        </p:txBody>
      </p:sp>
      <p:sp>
        <p:nvSpPr>
          <p:cNvPr id="13" name="TextBox 12"/>
          <p:cNvSpPr txBox="1"/>
          <p:nvPr/>
        </p:nvSpPr>
        <p:spPr>
          <a:xfrm>
            <a:off x="6704200" y="1720000"/>
            <a:ext cx="4900000" cy="460000"/>
          </a:xfrm>
          <a:prstGeom prst="rect">
            <a:avLst/>
          </a:prstGeom>
          <a:noFill/>
        </p:spPr>
        <p:txBody>
          <a:bodyPr wrap="square" lIns="0" tIns="0" rIns="0" bIns="0" anchor="ctr">
            <a:spAutoFit/>
          </a:bodyPr>
          <a:lstStyle/>
          <a:p>
            <a:pPr algn="l"/>
            <a:r>
              <a:rPr sz="1300" b="1" i="0">
                <a:solidFill>
                  <a:srgbClr val="3B3758"/>
                </a:solidFill>
                <a:latin typeface="Inter SemiBold"/>
              </a:rPr>
              <a:t>Trust band classification</a:t>
            </a:r>
          </a:p>
        </p:txBody>
      </p:sp>
      <p:sp>
        <p:nvSpPr>
          <p:cNvPr id="14" name="Oval 13"/>
          <p:cNvSpPr/>
          <p:nvPr/>
        </p:nvSpPr>
        <p:spPr>
          <a:xfrm>
            <a:off x="6094200" y="2420000"/>
            <a:ext cx="460000" cy="4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6</a:t>
            </a:r>
          </a:p>
        </p:txBody>
      </p:sp>
      <p:sp>
        <p:nvSpPr>
          <p:cNvPr id="15" name="TextBox 14"/>
          <p:cNvSpPr txBox="1"/>
          <p:nvPr/>
        </p:nvSpPr>
        <p:spPr>
          <a:xfrm>
            <a:off x="6704200" y="2420000"/>
            <a:ext cx="4900000" cy="460000"/>
          </a:xfrm>
          <a:prstGeom prst="rect">
            <a:avLst/>
          </a:prstGeom>
          <a:noFill/>
        </p:spPr>
        <p:txBody>
          <a:bodyPr wrap="square" lIns="0" tIns="0" rIns="0" bIns="0" anchor="ctr">
            <a:spAutoFit/>
          </a:bodyPr>
          <a:lstStyle/>
          <a:p>
            <a:pPr algn="l"/>
            <a:r>
              <a:rPr sz="1300" b="1" i="0">
                <a:solidFill>
                  <a:srgbClr val="3B3758"/>
                </a:solidFill>
                <a:latin typeface="Inter SemiBold"/>
              </a:rPr>
              <a:t>Pilot findings: the P&amp;C staging views</a:t>
            </a:r>
          </a:p>
        </p:txBody>
      </p:sp>
      <p:sp>
        <p:nvSpPr>
          <p:cNvPr id="16" name="Oval 15"/>
          <p:cNvSpPr/>
          <p:nvPr/>
        </p:nvSpPr>
        <p:spPr>
          <a:xfrm>
            <a:off x="6094200" y="3120000"/>
            <a:ext cx="460000" cy="4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7</a:t>
            </a:r>
          </a:p>
        </p:txBody>
      </p:sp>
      <p:sp>
        <p:nvSpPr>
          <p:cNvPr id="17" name="TextBox 16"/>
          <p:cNvSpPr txBox="1"/>
          <p:nvPr/>
        </p:nvSpPr>
        <p:spPr>
          <a:xfrm>
            <a:off x="6704200" y="3120000"/>
            <a:ext cx="4900000" cy="460000"/>
          </a:xfrm>
          <a:prstGeom prst="rect">
            <a:avLst/>
          </a:prstGeom>
          <a:noFill/>
        </p:spPr>
        <p:txBody>
          <a:bodyPr wrap="square" lIns="0" tIns="0" rIns="0" bIns="0" anchor="ctr">
            <a:spAutoFit/>
          </a:bodyPr>
          <a:lstStyle/>
          <a:p>
            <a:pPr algn="l"/>
            <a:r>
              <a:rPr sz="1300" b="1" i="0">
                <a:solidFill>
                  <a:srgbClr val="3B3758"/>
                </a:solidFill>
                <a:latin typeface="Inter SemiBold"/>
              </a:rPr>
              <a:t>Technology: the critical decision</a:t>
            </a:r>
          </a:p>
        </p:txBody>
      </p:sp>
      <p:sp>
        <p:nvSpPr>
          <p:cNvPr id="18" name="Oval 17"/>
          <p:cNvSpPr/>
          <p:nvPr/>
        </p:nvSpPr>
        <p:spPr>
          <a:xfrm>
            <a:off x="6094200" y="3820000"/>
            <a:ext cx="460000" cy="4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8</a:t>
            </a:r>
          </a:p>
        </p:txBody>
      </p:sp>
      <p:sp>
        <p:nvSpPr>
          <p:cNvPr id="19" name="TextBox 18"/>
          <p:cNvSpPr txBox="1"/>
          <p:nvPr/>
        </p:nvSpPr>
        <p:spPr>
          <a:xfrm>
            <a:off x="6704200" y="3820000"/>
            <a:ext cx="4900000" cy="460000"/>
          </a:xfrm>
          <a:prstGeom prst="rect">
            <a:avLst/>
          </a:prstGeom>
          <a:noFill/>
        </p:spPr>
        <p:txBody>
          <a:bodyPr wrap="square" lIns="0" tIns="0" rIns="0" bIns="0" anchor="ctr">
            <a:spAutoFit/>
          </a:bodyPr>
          <a:lstStyle/>
          <a:p>
            <a:pPr algn="l"/>
            <a:r>
              <a:rPr sz="1300" b="1" i="0">
                <a:solidFill>
                  <a:srgbClr val="3B3758"/>
                </a:solidFill>
                <a:latin typeface="Inter SemiBold"/>
              </a:rPr>
              <a:t>What we need from you</a:t>
            </a:r>
          </a:p>
        </p:txBody>
      </p:sp>
      <p:sp>
        <p:nvSpPr>
          <p:cNvPr id="21" name="TextBox 20"/>
          <p:cNvSpPr txBox="1"/>
          <p:nvPr/>
        </p:nvSpPr>
        <p:spPr>
          <a:xfrm>
            <a:off x="9480000" y="6265000"/>
            <a:ext cx="520000" cy="240000"/>
          </a:xfrm>
          <a:prstGeom prst="rect">
            <a:avLst/>
          </a:prstGeom>
          <a:noFill/>
        </p:spPr>
        <p:txBody>
          <a:bodyPr wrap="square" lIns="0" tIns="0" rIns="0" bIns="0" anchor="ctr">
            <a:spAutoFit/>
          </a:bodyPr>
          <a:lstStyle/>
          <a:p>
            <a:pPr algn="r"/>
            <a:r>
              <a:rPr sz="850" b="0" i="0">
                <a:solidFill>
                  <a:srgbClr val="6B6B6B"/>
                </a:solidFill>
                <a:latin typeface="Inter"/>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1274552" cy="274320"/>
          </a:xfrm>
          <a:prstGeom prst="rect">
            <a:avLst/>
          </a:prstGeom>
          <a:noFill/>
        </p:spPr>
        <p:txBody>
          <a:bodyPr wrap="square" lIns="0" tIns="0" rIns="0" bIns="0" anchor="t">
            <a:spAutoFit/>
          </a:bodyPr>
          <a:lstStyle/>
          <a:p>
            <a:pPr algn="l"/>
            <a:r>
              <a:rPr sz="1200" b="1" i="0">
                <a:solidFill>
                  <a:srgbClr val="0022AF"/>
                </a:solidFill>
                <a:latin typeface="Inter SemiBold"/>
              </a:rPr>
              <a:t>EXECUTIVE SUMMARY</a:t>
            </a:r>
          </a:p>
        </p:txBody>
      </p:sp>
      <p:sp>
        <p:nvSpPr>
          <p:cNvPr id="3" name="TextBox 2"/>
          <p:cNvSpPr txBox="1"/>
          <p:nvPr/>
        </p:nvSpPr>
        <p:spPr>
          <a:xfrm>
            <a:off x="457200" y="658368"/>
            <a:ext cx="11274552" cy="430887"/>
          </a:xfrm>
          <a:prstGeom prst="rect">
            <a:avLst/>
          </a:prstGeom>
          <a:noFill/>
        </p:spPr>
        <p:txBody>
          <a:bodyPr wrap="square" lIns="0" tIns="0" rIns="0" bIns="0" anchor="t">
            <a:spAutoFit/>
          </a:bodyPr>
          <a:lstStyle/>
          <a:p>
            <a:pPr algn="l"/>
            <a:r>
              <a:rPr sz="2800" b="1" i="0" dirty="0">
                <a:solidFill>
                  <a:srgbClr val="3B3758"/>
                </a:solidFill>
                <a:latin typeface="Inter SemiBold"/>
              </a:rPr>
              <a:t>The Data Trust Score at</a:t>
            </a:r>
            <a:r>
              <a:rPr lang="en-US" sz="2800" b="1" i="0" dirty="0">
                <a:solidFill>
                  <a:srgbClr val="3B3758"/>
                </a:solidFill>
                <a:latin typeface="Inter SemiBold"/>
              </a:rPr>
              <a:t>-</a:t>
            </a:r>
            <a:r>
              <a:rPr sz="2800" b="1" i="0" dirty="0">
                <a:solidFill>
                  <a:srgbClr val="3B3758"/>
                </a:solidFill>
                <a:latin typeface="Inter SemiBold"/>
              </a:rPr>
              <a:t>a</a:t>
            </a:r>
            <a:r>
              <a:rPr lang="en-US" sz="2800" b="1" i="0" dirty="0">
                <a:solidFill>
                  <a:srgbClr val="3B3758"/>
                </a:solidFill>
                <a:latin typeface="Inter SemiBold"/>
              </a:rPr>
              <a:t>-</a:t>
            </a:r>
            <a:r>
              <a:rPr sz="2800" b="1" i="0" dirty="0">
                <a:solidFill>
                  <a:srgbClr val="3B3758"/>
                </a:solidFill>
                <a:latin typeface="Inter SemiBold"/>
              </a:rPr>
              <a:t>glance</a:t>
            </a:r>
          </a:p>
        </p:txBody>
      </p:sp>
      <p:sp>
        <p:nvSpPr>
          <p:cNvPr id="4" name="Rounded Rectangle 3"/>
          <p:cNvSpPr/>
          <p:nvPr/>
        </p:nvSpPr>
        <p:spPr>
          <a:xfrm>
            <a:off x="457200" y="1554480"/>
            <a:ext cx="5450000" cy="202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lgn="l">
              <a:spcAft>
                <a:spcPts val="600"/>
              </a:spcAft>
            </a:pPr>
            <a:r>
              <a:rPr sz="1600" b="1" i="0" dirty="0">
                <a:solidFill>
                  <a:srgbClr val="0022AF"/>
                </a:solidFill>
                <a:latin typeface="Inter SemiBold"/>
              </a:rPr>
              <a:t>What it is</a:t>
            </a:r>
          </a:p>
          <a:p>
            <a:pPr algn="l">
              <a:lnSpc>
                <a:spcPct val="108000"/>
              </a:lnSpc>
            </a:pPr>
            <a:r>
              <a:rPr sz="1250" b="0" i="0" dirty="0">
                <a:solidFill>
                  <a:srgbClr val="333333"/>
                </a:solidFill>
                <a:latin typeface="Inter"/>
              </a:rPr>
              <a:t>A weighted 0–100 score for whether a dataset is fit to publish in the enterprise Data Marketplace. It works across the whole enterprise, not just one function.</a:t>
            </a:r>
          </a:p>
        </p:txBody>
      </p:sp>
      <p:sp>
        <p:nvSpPr>
          <p:cNvPr id="5" name="Rounded Rectangle 4"/>
          <p:cNvSpPr/>
          <p:nvPr/>
        </p:nvSpPr>
        <p:spPr>
          <a:xfrm>
            <a:off x="6284752" y="1554480"/>
            <a:ext cx="5450000" cy="202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600" b="1" dirty="0">
                <a:solidFill>
                  <a:srgbClr val="0022AF"/>
                </a:solidFill>
                <a:latin typeface="Inter SemiBold"/>
              </a:rPr>
              <a:t>What changed</a:t>
            </a:r>
          </a:p>
          <a:p>
            <a:pPr algn="l">
              <a:lnSpc>
                <a:spcPct val="108000"/>
              </a:lnSpc>
            </a:pPr>
            <a:r>
              <a:rPr sz="1250" b="0" i="0" dirty="0">
                <a:solidFill>
                  <a:srgbClr val="333333"/>
                </a:solidFill>
                <a:latin typeface="Inter"/>
              </a:rPr>
              <a:t>We rebalanced a skewed ten-dimension prototype. Data Quality now splits by Business and IT accountability, </a:t>
            </a:r>
            <a:r>
              <a:rPr lang="en-US" sz="1250" b="0" i="0" dirty="0">
                <a:solidFill>
                  <a:srgbClr val="333333"/>
                </a:solidFill>
                <a:latin typeface="Inter"/>
              </a:rPr>
              <a:t>and </a:t>
            </a:r>
            <a:r>
              <a:rPr sz="1250" b="0" i="0" dirty="0">
                <a:solidFill>
                  <a:srgbClr val="333333"/>
                </a:solidFill>
                <a:latin typeface="Inter"/>
              </a:rPr>
              <a:t>we added Data Lineage and Classification</a:t>
            </a:r>
            <a:r>
              <a:rPr lang="en-US" sz="1250" dirty="0">
                <a:solidFill>
                  <a:srgbClr val="333333"/>
                </a:solidFill>
                <a:latin typeface="Inter"/>
              </a:rPr>
              <a:t>.</a:t>
            </a:r>
            <a:endParaRPr sz="1250" b="0" i="0" dirty="0">
              <a:solidFill>
                <a:srgbClr val="333333"/>
              </a:solidFill>
              <a:latin typeface="Inter"/>
            </a:endParaRPr>
          </a:p>
        </p:txBody>
      </p:sp>
      <p:sp>
        <p:nvSpPr>
          <p:cNvPr id="6" name="Rounded Rectangle 5"/>
          <p:cNvSpPr/>
          <p:nvPr/>
        </p:nvSpPr>
        <p:spPr>
          <a:xfrm>
            <a:off x="457200" y="3749480"/>
            <a:ext cx="5450000" cy="202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600" b="1" dirty="0">
                <a:solidFill>
                  <a:srgbClr val="0022AF"/>
                </a:solidFill>
                <a:latin typeface="Inter SemiBold"/>
              </a:rPr>
              <a:t>Where we stand</a:t>
            </a:r>
          </a:p>
          <a:p>
            <a:pPr algn="l">
              <a:lnSpc>
                <a:spcPct val="108000"/>
              </a:lnSpc>
            </a:pPr>
            <a:r>
              <a:rPr sz="1250" b="0" i="0" dirty="0">
                <a:solidFill>
                  <a:srgbClr val="333333"/>
                </a:solidFill>
                <a:latin typeface="Inter"/>
              </a:rPr>
              <a:t>We piloted it on two P&amp;C staging views, which scored 15.7 and 22.9 (At Risk). That's a data-coverage gap, not a model flaw: only 41 of 100 points can be measured today.</a:t>
            </a:r>
          </a:p>
        </p:txBody>
      </p:sp>
      <p:sp>
        <p:nvSpPr>
          <p:cNvPr id="7" name="Rounded Rectangle 6"/>
          <p:cNvSpPr/>
          <p:nvPr/>
        </p:nvSpPr>
        <p:spPr>
          <a:xfrm>
            <a:off x="6284752" y="3749480"/>
            <a:ext cx="5450000" cy="202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600" b="1" dirty="0">
                <a:solidFill>
                  <a:srgbClr val="0022AF"/>
                </a:solidFill>
                <a:latin typeface="Inter SemiBold"/>
              </a:rPr>
              <a:t>The decision</a:t>
            </a:r>
          </a:p>
          <a:p>
            <a:pPr algn="l">
              <a:lnSpc>
                <a:spcPct val="108000"/>
              </a:lnSpc>
            </a:pPr>
            <a:r>
              <a:rPr sz="1250" b="0" i="0" dirty="0">
                <a:solidFill>
                  <a:srgbClr val="333333"/>
                </a:solidFill>
                <a:latin typeface="Inter"/>
              </a:rPr>
              <a:t>Approve the rebalanced model and the technology path: a manual interim process now, and an integrated Informatica, Snowflake and Collibra pipeline next.</a:t>
            </a:r>
          </a:p>
        </p:txBody>
      </p:sp>
      <p:sp>
        <p:nvSpPr>
          <p:cNvPr id="9" name="TextBox 8"/>
          <p:cNvSpPr txBox="1"/>
          <p:nvPr/>
        </p:nvSpPr>
        <p:spPr>
          <a:xfrm>
            <a:off x="9480000" y="6265000"/>
            <a:ext cx="520000" cy="240000"/>
          </a:xfrm>
          <a:prstGeom prst="rect">
            <a:avLst/>
          </a:prstGeom>
          <a:noFill/>
        </p:spPr>
        <p:txBody>
          <a:bodyPr wrap="square" lIns="0" tIns="0" rIns="0" bIns="0" anchor="ctr">
            <a:spAutoFit/>
          </a:bodyPr>
          <a:lstStyle/>
          <a:p>
            <a:pPr algn="r"/>
            <a:r>
              <a:rPr sz="850" b="0" i="0">
                <a:solidFill>
                  <a:srgbClr val="6B6B6B"/>
                </a:solidFill>
                <a:latin typeface="Inter"/>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1274552" cy="274320"/>
          </a:xfrm>
          <a:prstGeom prst="rect">
            <a:avLst/>
          </a:prstGeom>
          <a:noFill/>
        </p:spPr>
        <p:txBody>
          <a:bodyPr wrap="square" lIns="0" tIns="0" rIns="0" bIns="0" anchor="t">
            <a:spAutoFit/>
          </a:bodyPr>
          <a:lstStyle/>
          <a:p>
            <a:pPr algn="l"/>
            <a:r>
              <a:rPr sz="1200" b="1" i="0">
                <a:solidFill>
                  <a:srgbClr val="0022AF"/>
                </a:solidFill>
                <a:latin typeface="Inter SemiBold"/>
              </a:rPr>
              <a:t>THE PROBLEM</a:t>
            </a:r>
          </a:p>
        </p:txBody>
      </p:sp>
      <p:sp>
        <p:nvSpPr>
          <p:cNvPr id="3" name="TextBox 2"/>
          <p:cNvSpPr txBox="1"/>
          <p:nvPr/>
        </p:nvSpPr>
        <p:spPr>
          <a:xfrm>
            <a:off x="457200" y="658368"/>
            <a:ext cx="11274552" cy="685800"/>
          </a:xfrm>
          <a:prstGeom prst="rect">
            <a:avLst/>
          </a:prstGeom>
          <a:noFill/>
        </p:spPr>
        <p:txBody>
          <a:bodyPr wrap="square" lIns="0" tIns="0" rIns="0" bIns="0" anchor="t">
            <a:spAutoFit/>
          </a:bodyPr>
          <a:lstStyle/>
          <a:p>
            <a:pPr algn="l"/>
            <a:r>
              <a:rPr sz="2800" b="1" i="0">
                <a:solidFill>
                  <a:srgbClr val="3B3758"/>
                </a:solidFill>
                <a:latin typeface="Inter SemiBold"/>
              </a:rPr>
              <a:t>Why the prototype needed rebalancing</a:t>
            </a:r>
          </a:p>
        </p:txBody>
      </p:sp>
      <p:sp>
        <p:nvSpPr>
          <p:cNvPr id="4" name="Rounded Rectangle 3"/>
          <p:cNvSpPr/>
          <p:nvPr/>
        </p:nvSpPr>
        <p:spPr>
          <a:xfrm>
            <a:off x="457200" y="1554480"/>
            <a:ext cx="11274552" cy="103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Oval 4"/>
          <p:cNvSpPr/>
          <p:nvPr/>
        </p:nvSpPr>
        <p:spPr>
          <a:xfrm>
            <a:off x="627200" y="1789480"/>
            <a:ext cx="560000" cy="5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Inter SemiBold"/>
              </a:rPr>
              <a:t>1</a:t>
            </a:r>
          </a:p>
        </p:txBody>
      </p:sp>
      <p:sp>
        <p:nvSpPr>
          <p:cNvPr id="6" name="TextBox 5"/>
          <p:cNvSpPr txBox="1"/>
          <p:nvPr/>
        </p:nvSpPr>
        <p:spPr>
          <a:xfrm>
            <a:off x="1357200" y="1644480"/>
            <a:ext cx="9924552" cy="880000"/>
          </a:xfrm>
          <a:prstGeom prst="rect">
            <a:avLst/>
          </a:prstGeom>
          <a:noFill/>
        </p:spPr>
        <p:txBody>
          <a:bodyPr wrap="square" lIns="0" tIns="0" rIns="0" bIns="0" anchor="ctr">
            <a:spAutoFit/>
          </a:bodyPr>
          <a:lstStyle/>
          <a:p>
            <a:pPr algn="l">
              <a:spcAft>
                <a:spcPts val="400"/>
              </a:spcAft>
            </a:pPr>
            <a:r>
              <a:rPr sz="1500" b="1" i="0">
                <a:solidFill>
                  <a:srgbClr val="3B3758"/>
                </a:solidFill>
                <a:latin typeface="Inter SemiBold"/>
              </a:rPr>
              <a:t>Weighting was skewed, not balanced</a:t>
            </a:r>
          </a:p>
          <a:p>
            <a:pPr algn="l">
              <a:lnSpc>
                <a:spcPct val="105000"/>
              </a:lnSpc>
            </a:pPr>
            <a:r>
              <a:rPr sz="1200" b="0" i="0">
                <a:solidFill>
                  <a:srgbClr val="333333"/>
                </a:solidFill>
                <a:latin typeface="Inter"/>
              </a:rPr>
              <a:t>Weights ran from 2 to 20, but they landed in the wrong places. Ownership alone took 20, and two dimensions (Source and Active Issues) were hard pass/fail gates worth 30 more.</a:t>
            </a:r>
          </a:p>
        </p:txBody>
      </p:sp>
      <p:sp>
        <p:nvSpPr>
          <p:cNvPr id="7" name="Rounded Rectangle 6"/>
          <p:cNvSpPr/>
          <p:nvPr/>
        </p:nvSpPr>
        <p:spPr>
          <a:xfrm>
            <a:off x="457200" y="2684480"/>
            <a:ext cx="11274552" cy="103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Oval 7"/>
          <p:cNvSpPr/>
          <p:nvPr/>
        </p:nvSpPr>
        <p:spPr>
          <a:xfrm>
            <a:off x="627200" y="2919480"/>
            <a:ext cx="560000" cy="5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Inter SemiBold"/>
              </a:rPr>
              <a:t>2</a:t>
            </a:r>
          </a:p>
        </p:txBody>
      </p:sp>
      <p:sp>
        <p:nvSpPr>
          <p:cNvPr id="9" name="TextBox 8"/>
          <p:cNvSpPr txBox="1"/>
          <p:nvPr/>
        </p:nvSpPr>
        <p:spPr>
          <a:xfrm>
            <a:off x="1357200" y="2774480"/>
            <a:ext cx="9924552" cy="880000"/>
          </a:xfrm>
          <a:prstGeom prst="rect">
            <a:avLst/>
          </a:prstGeom>
          <a:noFill/>
        </p:spPr>
        <p:txBody>
          <a:bodyPr wrap="square" lIns="0" tIns="0" rIns="0" bIns="0" anchor="ctr">
            <a:spAutoFit/>
          </a:bodyPr>
          <a:lstStyle/>
          <a:p>
            <a:pPr algn="l">
              <a:spcAft>
                <a:spcPts val="400"/>
              </a:spcAft>
            </a:pPr>
            <a:r>
              <a:rPr sz="1500" b="1" i="0">
                <a:solidFill>
                  <a:srgbClr val="3B3758"/>
                </a:solidFill>
                <a:latin typeface="Inter SemiBold"/>
              </a:rPr>
              <a:t>Quality was duplicated, accountability blurred</a:t>
            </a:r>
          </a:p>
          <a:p>
            <a:pPr algn="l">
              <a:lnSpc>
                <a:spcPct val="105000"/>
              </a:lnSpc>
            </a:pPr>
            <a:r>
              <a:rPr sz="1200" b="0" i="0">
                <a:solidFill>
                  <a:srgbClr val="333333"/>
                </a:solidFill>
                <a:latin typeface="Inter"/>
              </a:rPr>
              <a:t>Four overlapping quality checks (Profiling, Timeliness, Completeness, Key Properties) took 37 points between them, and one DQ view mixed signals Business and IT each own.</a:t>
            </a:r>
          </a:p>
        </p:txBody>
      </p:sp>
      <p:sp>
        <p:nvSpPr>
          <p:cNvPr id="10" name="Rounded Rectangle 9"/>
          <p:cNvSpPr/>
          <p:nvPr/>
        </p:nvSpPr>
        <p:spPr>
          <a:xfrm>
            <a:off x="457200" y="3814480"/>
            <a:ext cx="11274552" cy="103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Oval 10"/>
          <p:cNvSpPr/>
          <p:nvPr/>
        </p:nvSpPr>
        <p:spPr>
          <a:xfrm>
            <a:off x="627200" y="4049480"/>
            <a:ext cx="560000" cy="5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Inter SemiBold"/>
              </a:rPr>
              <a:t>3</a:t>
            </a:r>
          </a:p>
        </p:txBody>
      </p:sp>
      <p:sp>
        <p:nvSpPr>
          <p:cNvPr id="12" name="TextBox 11"/>
          <p:cNvSpPr txBox="1"/>
          <p:nvPr/>
        </p:nvSpPr>
        <p:spPr>
          <a:xfrm>
            <a:off x="1357200" y="3904480"/>
            <a:ext cx="9924552" cy="880000"/>
          </a:xfrm>
          <a:prstGeom prst="rect">
            <a:avLst/>
          </a:prstGeom>
          <a:noFill/>
        </p:spPr>
        <p:txBody>
          <a:bodyPr wrap="square" lIns="0" tIns="0" rIns="0" bIns="0" anchor="ctr">
            <a:spAutoFit/>
          </a:bodyPr>
          <a:lstStyle/>
          <a:p>
            <a:pPr algn="l">
              <a:spcAft>
                <a:spcPts val="400"/>
              </a:spcAft>
            </a:pPr>
            <a:r>
              <a:rPr sz="1500" b="1" i="0">
                <a:solidFill>
                  <a:srgbClr val="3B3758"/>
                </a:solidFill>
                <a:latin typeface="Inter SemiBold"/>
              </a:rPr>
              <a:t>DQ measured downstream, not at source</a:t>
            </a:r>
          </a:p>
          <a:p>
            <a:pPr algn="l">
              <a:lnSpc>
                <a:spcPct val="105000"/>
              </a:lnSpc>
            </a:pPr>
            <a:r>
              <a:rPr sz="1200" b="0" i="0">
                <a:solidFill>
                  <a:srgbClr val="333333"/>
                </a:solidFill>
                <a:latin typeface="Inter"/>
              </a:rPr>
              <a:t>Without end-to-end lineage, DQ rules run at Bronze, Silver or Gold. A score can't tell whether an issue starts at source or in transit.</a:t>
            </a:r>
          </a:p>
        </p:txBody>
      </p:sp>
      <p:sp>
        <p:nvSpPr>
          <p:cNvPr id="13" name="Rounded Rectangle 12"/>
          <p:cNvSpPr/>
          <p:nvPr/>
        </p:nvSpPr>
        <p:spPr>
          <a:xfrm>
            <a:off x="457200" y="4944480"/>
            <a:ext cx="11274552" cy="103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Oval 13"/>
          <p:cNvSpPr/>
          <p:nvPr/>
        </p:nvSpPr>
        <p:spPr>
          <a:xfrm>
            <a:off x="627200" y="5179480"/>
            <a:ext cx="560000" cy="5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Inter SemiBold"/>
              </a:rPr>
              <a:t>4</a:t>
            </a:r>
          </a:p>
        </p:txBody>
      </p:sp>
      <p:sp>
        <p:nvSpPr>
          <p:cNvPr id="15" name="TextBox 14"/>
          <p:cNvSpPr txBox="1"/>
          <p:nvPr/>
        </p:nvSpPr>
        <p:spPr>
          <a:xfrm>
            <a:off x="1357200" y="5034480"/>
            <a:ext cx="9924552" cy="880000"/>
          </a:xfrm>
          <a:prstGeom prst="rect">
            <a:avLst/>
          </a:prstGeom>
          <a:noFill/>
        </p:spPr>
        <p:txBody>
          <a:bodyPr wrap="square" lIns="0" tIns="0" rIns="0" bIns="0" anchor="ctr">
            <a:spAutoFit/>
          </a:bodyPr>
          <a:lstStyle/>
          <a:p>
            <a:pPr algn="l">
              <a:spcAft>
                <a:spcPts val="400"/>
              </a:spcAft>
            </a:pPr>
            <a:r>
              <a:rPr sz="1500" b="1" i="0">
                <a:solidFill>
                  <a:srgbClr val="3B3758"/>
                </a:solidFill>
                <a:latin typeface="Inter SemiBold"/>
              </a:rPr>
              <a:t>Lineage missing, source over-credited</a:t>
            </a:r>
          </a:p>
          <a:p>
            <a:pPr algn="l">
              <a:lnSpc>
                <a:spcPct val="105000"/>
              </a:lnSpc>
            </a:pPr>
            <a:r>
              <a:rPr sz="1200" b="0" i="0">
                <a:solidFill>
                  <a:srgbClr val="333333"/>
                </a:solidFill>
                <a:latin typeface="Inter"/>
              </a:rPr>
              <a:t>Lineage is a core pillar in every trust-score standard, but it wasn't in the model. And APM registration was treated as proof of a source of truth.</a:t>
            </a:r>
          </a:p>
        </p:txBody>
      </p:sp>
      <p:sp>
        <p:nvSpPr>
          <p:cNvPr id="17" name="TextBox 16"/>
          <p:cNvSpPr txBox="1"/>
          <p:nvPr/>
        </p:nvSpPr>
        <p:spPr>
          <a:xfrm>
            <a:off x="9480000" y="6265000"/>
            <a:ext cx="520000" cy="240000"/>
          </a:xfrm>
          <a:prstGeom prst="rect">
            <a:avLst/>
          </a:prstGeom>
          <a:noFill/>
        </p:spPr>
        <p:txBody>
          <a:bodyPr wrap="square" lIns="0" tIns="0" rIns="0" bIns="0" anchor="ctr">
            <a:spAutoFit/>
          </a:bodyPr>
          <a:lstStyle/>
          <a:p>
            <a:pPr algn="r"/>
            <a:r>
              <a:rPr sz="850" b="0" i="0">
                <a:solidFill>
                  <a:srgbClr val="6B6B6B"/>
                </a:solidFill>
                <a:latin typeface="Inter"/>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1274552" cy="274320"/>
          </a:xfrm>
          <a:prstGeom prst="rect">
            <a:avLst/>
          </a:prstGeom>
          <a:noFill/>
        </p:spPr>
        <p:txBody>
          <a:bodyPr wrap="square" lIns="0" tIns="0" rIns="0" bIns="0" anchor="t">
            <a:spAutoFit/>
          </a:bodyPr>
          <a:lstStyle/>
          <a:p>
            <a:pPr algn="l"/>
            <a:r>
              <a:rPr sz="1200" b="1" i="0">
                <a:solidFill>
                  <a:srgbClr val="0022AF"/>
                </a:solidFill>
                <a:latin typeface="Inter SemiBold"/>
              </a:rPr>
              <a:t>THE FIX</a:t>
            </a:r>
          </a:p>
        </p:txBody>
      </p:sp>
      <p:sp>
        <p:nvSpPr>
          <p:cNvPr id="3" name="TextBox 2"/>
          <p:cNvSpPr txBox="1"/>
          <p:nvPr/>
        </p:nvSpPr>
        <p:spPr>
          <a:xfrm>
            <a:off x="457200" y="658368"/>
            <a:ext cx="11274552" cy="685800"/>
          </a:xfrm>
          <a:prstGeom prst="rect">
            <a:avLst/>
          </a:prstGeom>
          <a:noFill/>
        </p:spPr>
        <p:txBody>
          <a:bodyPr wrap="square" lIns="0" tIns="0" rIns="0" bIns="0" anchor="t">
            <a:spAutoFit/>
          </a:bodyPr>
          <a:lstStyle/>
          <a:p>
            <a:pPr algn="l"/>
            <a:r>
              <a:rPr sz="2800" b="1" i="0">
                <a:solidFill>
                  <a:srgbClr val="3B3758"/>
                </a:solidFill>
                <a:latin typeface="Inter SemiBold"/>
              </a:rPr>
              <a:t>How we arrived at the model</a:t>
            </a:r>
          </a:p>
        </p:txBody>
      </p:sp>
      <p:sp>
        <p:nvSpPr>
          <p:cNvPr id="4" name="Rounded Rectangle 3"/>
          <p:cNvSpPr/>
          <p:nvPr/>
        </p:nvSpPr>
        <p:spPr>
          <a:xfrm>
            <a:off x="457200" y="1554480"/>
            <a:ext cx="3566160" cy="133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lgn="l">
              <a:spcAft>
                <a:spcPts val="600"/>
              </a:spcAft>
            </a:pPr>
            <a:r>
              <a:rPr sz="1300" b="1" i="0" dirty="0">
                <a:solidFill>
                  <a:srgbClr val="0022AF"/>
                </a:solidFill>
                <a:latin typeface="Inter SemiBold"/>
              </a:rPr>
              <a:t>Foundational, not gates</a:t>
            </a:r>
          </a:p>
          <a:p>
            <a:pPr algn="l">
              <a:lnSpc>
                <a:spcPct val="108000"/>
              </a:lnSpc>
            </a:pPr>
            <a:r>
              <a:rPr sz="1050" b="0" i="0" dirty="0">
                <a:solidFill>
                  <a:srgbClr val="333333"/>
                </a:solidFill>
                <a:latin typeface="Inter"/>
              </a:rPr>
              <a:t>Critical dimensions get a warning flag instead of a hard pass/fail block.</a:t>
            </a:r>
          </a:p>
        </p:txBody>
      </p:sp>
      <p:sp>
        <p:nvSpPr>
          <p:cNvPr id="5" name="Rounded Rectangle 4"/>
          <p:cNvSpPr/>
          <p:nvPr/>
        </p:nvSpPr>
        <p:spPr>
          <a:xfrm>
            <a:off x="4329156" y="1554480"/>
            <a:ext cx="3566160" cy="133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300" b="1" dirty="0">
                <a:solidFill>
                  <a:srgbClr val="0022AF"/>
                </a:solidFill>
                <a:latin typeface="Inter SemiBold"/>
              </a:rPr>
              <a:t>DQ split by accountability</a:t>
            </a:r>
          </a:p>
          <a:p>
            <a:pPr algn="l">
              <a:lnSpc>
                <a:spcPct val="108000"/>
              </a:lnSpc>
            </a:pPr>
            <a:r>
              <a:rPr sz="1050" b="0" i="0" dirty="0">
                <a:solidFill>
                  <a:srgbClr val="333333"/>
                </a:solidFill>
                <a:latin typeface="Inter"/>
              </a:rPr>
              <a:t>Business owns rule-based quality (5 DAMA dims, 22 pts). IT owns Observability (12) and Active Issues (5).</a:t>
            </a:r>
          </a:p>
        </p:txBody>
      </p:sp>
      <p:sp>
        <p:nvSpPr>
          <p:cNvPr id="6" name="Rounded Rectangle 5"/>
          <p:cNvSpPr/>
          <p:nvPr/>
        </p:nvSpPr>
        <p:spPr>
          <a:xfrm>
            <a:off x="8201112" y="1554480"/>
            <a:ext cx="3566160" cy="133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300" b="1" dirty="0">
                <a:solidFill>
                  <a:srgbClr val="0022AF"/>
                </a:solidFill>
                <a:latin typeface="Inter SemiBold"/>
              </a:rPr>
              <a:t>DQ Confidence Factor</a:t>
            </a:r>
          </a:p>
          <a:p>
            <a:pPr algn="l">
              <a:lnSpc>
                <a:spcPct val="108000"/>
              </a:lnSpc>
            </a:pPr>
            <a:r>
              <a:rPr sz="1050" b="0" i="0" dirty="0">
                <a:solidFill>
                  <a:srgbClr val="333333"/>
                </a:solidFill>
                <a:latin typeface="Inter"/>
              </a:rPr>
              <a:t>Score the most upstream layer available, then discount for downstream measurement (1.0 at source to 0.60 at gold).</a:t>
            </a:r>
          </a:p>
        </p:txBody>
      </p:sp>
      <p:sp>
        <p:nvSpPr>
          <p:cNvPr id="7" name="Rounded Rectangle 6"/>
          <p:cNvSpPr/>
          <p:nvPr/>
        </p:nvSpPr>
        <p:spPr>
          <a:xfrm>
            <a:off x="457200" y="2954480"/>
            <a:ext cx="3566160" cy="133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300" b="1" dirty="0">
                <a:solidFill>
                  <a:srgbClr val="0022AF"/>
                </a:solidFill>
                <a:latin typeface="Inter SemiBold"/>
              </a:rPr>
              <a:t>Ownership = 3 roles</a:t>
            </a:r>
          </a:p>
          <a:p>
            <a:pPr algn="l">
              <a:lnSpc>
                <a:spcPct val="108000"/>
              </a:lnSpc>
            </a:pPr>
            <a:r>
              <a:rPr sz="1050" b="0" i="0" dirty="0">
                <a:solidFill>
                  <a:srgbClr val="333333"/>
                </a:solidFill>
                <a:latin typeface="Inter"/>
              </a:rPr>
              <a:t>Owner plus Steward (business) plus Custodian (IT): none, partial, or all.</a:t>
            </a:r>
          </a:p>
        </p:txBody>
      </p:sp>
      <p:sp>
        <p:nvSpPr>
          <p:cNvPr id="8" name="Rounded Rectangle 7"/>
          <p:cNvSpPr/>
          <p:nvPr/>
        </p:nvSpPr>
        <p:spPr>
          <a:xfrm>
            <a:off x="4329156" y="2954480"/>
            <a:ext cx="3566160" cy="133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300" b="1" dirty="0">
                <a:solidFill>
                  <a:srgbClr val="0022AF"/>
                </a:solidFill>
                <a:latin typeface="Inter SemiBold"/>
              </a:rPr>
              <a:t>Graduated source</a:t>
            </a:r>
          </a:p>
          <a:p>
            <a:pPr algn="l">
              <a:lnSpc>
                <a:spcPct val="108000"/>
              </a:lnSpc>
            </a:pPr>
            <a:r>
              <a:rPr sz="1050" b="0" i="0" dirty="0">
                <a:solidFill>
                  <a:srgbClr val="333333"/>
                </a:solidFill>
                <a:latin typeface="Inter"/>
              </a:rPr>
              <a:t>From unknown to copied to derived to authoritative to Certified </a:t>
            </a:r>
            <a:r>
              <a:rPr sz="1050" b="0" i="0" dirty="0" err="1">
                <a:solidFill>
                  <a:srgbClr val="333333"/>
                </a:solidFill>
                <a:latin typeface="Inter"/>
              </a:rPr>
              <a:t>SoT</a:t>
            </a:r>
            <a:r>
              <a:rPr sz="1050" b="0" i="0" dirty="0">
                <a:solidFill>
                  <a:srgbClr val="333333"/>
                </a:solidFill>
                <a:latin typeface="Inter"/>
              </a:rPr>
              <a:t>. APM alone isn't certified.</a:t>
            </a:r>
          </a:p>
        </p:txBody>
      </p:sp>
      <p:sp>
        <p:nvSpPr>
          <p:cNvPr id="9" name="Rounded Rectangle 8"/>
          <p:cNvSpPr/>
          <p:nvPr/>
        </p:nvSpPr>
        <p:spPr>
          <a:xfrm>
            <a:off x="8201112" y="2954480"/>
            <a:ext cx="3566160" cy="133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300" b="1" dirty="0">
                <a:solidFill>
                  <a:srgbClr val="0022AF"/>
                </a:solidFill>
                <a:latin typeface="Inter SemiBold"/>
              </a:rPr>
              <a:t>Lineage added</a:t>
            </a:r>
          </a:p>
          <a:p>
            <a:pPr algn="l">
              <a:lnSpc>
                <a:spcPct val="108000"/>
              </a:lnSpc>
            </a:pPr>
            <a:r>
              <a:rPr sz="1050" b="0" i="0" dirty="0">
                <a:solidFill>
                  <a:srgbClr val="333333"/>
                </a:solidFill>
                <a:latin typeface="Inter"/>
              </a:rPr>
              <a:t>A new foundational dimension, scored for partial versus true end-to-end coverage.</a:t>
            </a:r>
          </a:p>
        </p:txBody>
      </p:sp>
      <p:sp>
        <p:nvSpPr>
          <p:cNvPr id="10" name="Rounded Rectangle 9"/>
          <p:cNvSpPr/>
          <p:nvPr/>
        </p:nvSpPr>
        <p:spPr>
          <a:xfrm>
            <a:off x="457200" y="4354480"/>
            <a:ext cx="3566160" cy="133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300" b="1" dirty="0">
                <a:solidFill>
                  <a:srgbClr val="0022AF"/>
                </a:solidFill>
                <a:latin typeface="Inter SemiBold"/>
              </a:rPr>
              <a:t>Classification raised to 12</a:t>
            </a:r>
          </a:p>
          <a:p>
            <a:pPr algn="l">
              <a:lnSpc>
                <a:spcPct val="108000"/>
              </a:lnSpc>
            </a:pPr>
            <a:r>
              <a:rPr sz="1050" b="0" i="0" dirty="0">
                <a:solidFill>
                  <a:srgbClr val="333333"/>
                </a:solidFill>
                <a:latin typeface="Inter"/>
              </a:rPr>
              <a:t>Credit for a determination; an explicit 'No' still earns full credit. Reflects GDPR and CCPA exposure.</a:t>
            </a:r>
          </a:p>
        </p:txBody>
      </p:sp>
      <p:sp>
        <p:nvSpPr>
          <p:cNvPr id="11" name="Rounded Rectangle 10"/>
          <p:cNvSpPr/>
          <p:nvPr/>
        </p:nvSpPr>
        <p:spPr>
          <a:xfrm>
            <a:off x="4329156" y="4354480"/>
            <a:ext cx="3566160" cy="133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300" b="1" dirty="0">
                <a:solidFill>
                  <a:srgbClr val="0022AF"/>
                </a:solidFill>
                <a:latin typeface="Inter SemiBold"/>
              </a:rPr>
              <a:t>CDE = multiplier</a:t>
            </a:r>
          </a:p>
          <a:p>
            <a:pPr algn="l">
              <a:lnSpc>
                <a:spcPct val="108000"/>
              </a:lnSpc>
            </a:pPr>
            <a:r>
              <a:rPr sz="1050" b="0" i="0" dirty="0">
                <a:solidFill>
                  <a:srgbClr val="333333"/>
                </a:solidFill>
                <a:latin typeface="Inter"/>
              </a:rPr>
              <a:t>Critical elements weigh 2x. Non-CDEs are scored normally and never penalized.</a:t>
            </a:r>
          </a:p>
        </p:txBody>
      </p:sp>
      <p:sp>
        <p:nvSpPr>
          <p:cNvPr id="12" name="Rounded Rectangle 11"/>
          <p:cNvSpPr/>
          <p:nvPr/>
        </p:nvSpPr>
        <p:spPr>
          <a:xfrm>
            <a:off x="8201112" y="4354480"/>
            <a:ext cx="3566160" cy="133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85000" tIns="140000" rIns="150000" bIns="110000" rtlCol="0" anchor="t"/>
          <a:lstStyle/>
          <a:p>
            <a:pPr>
              <a:spcAft>
                <a:spcPts val="600"/>
              </a:spcAft>
            </a:pPr>
            <a:r>
              <a:rPr sz="1300" b="1" dirty="0">
                <a:solidFill>
                  <a:srgbClr val="0022AF"/>
                </a:solidFill>
                <a:latin typeface="Inter SemiBold"/>
              </a:rPr>
              <a:t>Five trust bands</a:t>
            </a:r>
          </a:p>
          <a:p>
            <a:pPr algn="l">
              <a:lnSpc>
                <a:spcPct val="108000"/>
              </a:lnSpc>
            </a:pPr>
            <a:r>
              <a:rPr sz="1050" b="0" i="0" dirty="0">
                <a:solidFill>
                  <a:srgbClr val="333333"/>
                </a:solidFill>
                <a:latin typeface="Inter"/>
              </a:rPr>
              <a:t>Marketplace 'Certified' now needs a score of 90 or higher.</a:t>
            </a:r>
          </a:p>
        </p:txBody>
      </p:sp>
      <p:sp>
        <p:nvSpPr>
          <p:cNvPr id="14" name="TextBox 13"/>
          <p:cNvSpPr txBox="1"/>
          <p:nvPr/>
        </p:nvSpPr>
        <p:spPr>
          <a:xfrm>
            <a:off x="9480000" y="6265000"/>
            <a:ext cx="520000" cy="240000"/>
          </a:xfrm>
          <a:prstGeom prst="rect">
            <a:avLst/>
          </a:prstGeom>
          <a:noFill/>
        </p:spPr>
        <p:txBody>
          <a:bodyPr wrap="square" lIns="0" tIns="0" rIns="0" bIns="0" anchor="ctr">
            <a:spAutoFit/>
          </a:bodyPr>
          <a:lstStyle/>
          <a:p>
            <a:pPr algn="r"/>
            <a:r>
              <a:rPr sz="850" b="0" i="0">
                <a:solidFill>
                  <a:srgbClr val="6B6B6B"/>
                </a:solidFill>
                <a:latin typeface="Inter"/>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1274552" cy="274320"/>
          </a:xfrm>
          <a:prstGeom prst="rect">
            <a:avLst/>
          </a:prstGeom>
          <a:noFill/>
        </p:spPr>
        <p:txBody>
          <a:bodyPr wrap="square" lIns="0" tIns="0" rIns="0" bIns="0" anchor="t">
            <a:spAutoFit/>
          </a:bodyPr>
          <a:lstStyle/>
          <a:p>
            <a:pPr algn="l"/>
            <a:r>
              <a:rPr sz="1200" b="1" i="0">
                <a:solidFill>
                  <a:srgbClr val="0022AF"/>
                </a:solidFill>
                <a:latin typeface="Inter SemiBold"/>
              </a:rPr>
              <a:t>THE MODEL</a:t>
            </a:r>
          </a:p>
        </p:txBody>
      </p:sp>
      <p:sp>
        <p:nvSpPr>
          <p:cNvPr id="3" name="TextBox 2"/>
          <p:cNvSpPr txBox="1"/>
          <p:nvPr/>
        </p:nvSpPr>
        <p:spPr>
          <a:xfrm>
            <a:off x="457200" y="658368"/>
            <a:ext cx="11274552" cy="685800"/>
          </a:xfrm>
          <a:prstGeom prst="rect">
            <a:avLst/>
          </a:prstGeom>
          <a:noFill/>
        </p:spPr>
        <p:txBody>
          <a:bodyPr wrap="square" lIns="0" tIns="0" rIns="0" bIns="0" anchor="t">
            <a:spAutoFit/>
          </a:bodyPr>
          <a:lstStyle/>
          <a:p>
            <a:pPr algn="l"/>
            <a:r>
              <a:rPr sz="2800" b="1" i="0">
                <a:solidFill>
                  <a:srgbClr val="3B3758"/>
                </a:solidFill>
                <a:latin typeface="Inter SemiBold"/>
              </a:rPr>
              <a:t>Ten dimensions, rebalanced weights (sum = 100)</a:t>
            </a:r>
          </a:p>
        </p:txBody>
      </p:sp>
      <p:sp>
        <p:nvSpPr>
          <p:cNvPr id="4" name="Rounded Rectangle 3"/>
          <p:cNvSpPr/>
          <p:nvPr/>
        </p:nvSpPr>
        <p:spPr>
          <a:xfrm>
            <a:off x="457200" y="1500000"/>
            <a:ext cx="175000" cy="175000"/>
          </a:xfrm>
          <a:prstGeom prst="roundRect">
            <a:avLst>
              <a:gd name="adj" fmla="val 25000"/>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TextBox 4"/>
          <p:cNvSpPr txBox="1"/>
          <p:nvPr/>
        </p:nvSpPr>
        <p:spPr>
          <a:xfrm>
            <a:off x="687200" y="1455000"/>
            <a:ext cx="1100000" cy="270000"/>
          </a:xfrm>
          <a:prstGeom prst="rect">
            <a:avLst/>
          </a:prstGeom>
          <a:noFill/>
        </p:spPr>
        <p:txBody>
          <a:bodyPr wrap="square" lIns="0" tIns="0" rIns="0" bIns="0" anchor="ctr">
            <a:spAutoFit/>
          </a:bodyPr>
          <a:lstStyle/>
          <a:p>
            <a:pPr algn="l"/>
            <a:r>
              <a:rPr sz="1100" b="0" i="0">
                <a:solidFill>
                  <a:srgbClr val="333333"/>
                </a:solidFill>
                <a:latin typeface="Inter"/>
              </a:rPr>
              <a:t>Business</a:t>
            </a:r>
          </a:p>
        </p:txBody>
      </p:sp>
      <p:sp>
        <p:nvSpPr>
          <p:cNvPr id="6" name="Rounded Rectangle 5"/>
          <p:cNvSpPr/>
          <p:nvPr/>
        </p:nvSpPr>
        <p:spPr>
          <a:xfrm>
            <a:off x="1707200" y="1500000"/>
            <a:ext cx="175000" cy="175000"/>
          </a:xfrm>
          <a:prstGeom prst="roundRect">
            <a:avLst>
              <a:gd name="adj" fmla="val 25000"/>
            </a:avLst>
          </a:prstGeom>
          <a:solidFill>
            <a:srgbClr val="007E1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937200" y="1455000"/>
            <a:ext cx="1100000" cy="270000"/>
          </a:xfrm>
          <a:prstGeom prst="rect">
            <a:avLst/>
          </a:prstGeom>
          <a:noFill/>
        </p:spPr>
        <p:txBody>
          <a:bodyPr wrap="square" lIns="0" tIns="0" rIns="0" bIns="0" anchor="ctr">
            <a:spAutoFit/>
          </a:bodyPr>
          <a:lstStyle/>
          <a:p>
            <a:pPr algn="l"/>
            <a:r>
              <a:rPr sz="1100" b="0" i="0">
                <a:solidFill>
                  <a:srgbClr val="333333"/>
                </a:solidFill>
                <a:latin typeface="Inter"/>
              </a:rPr>
              <a:t>IT</a:t>
            </a:r>
          </a:p>
        </p:txBody>
      </p:sp>
      <p:sp>
        <p:nvSpPr>
          <p:cNvPr id="8" name="Rounded Rectangle 7"/>
          <p:cNvSpPr/>
          <p:nvPr/>
        </p:nvSpPr>
        <p:spPr>
          <a:xfrm>
            <a:off x="2387200" y="1500000"/>
            <a:ext cx="175000" cy="175000"/>
          </a:xfrm>
          <a:prstGeom prst="roundRect">
            <a:avLst>
              <a:gd name="adj" fmla="val 25000"/>
            </a:avLst>
          </a:prstGeom>
          <a:solidFill>
            <a:srgbClr val="5128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TextBox 8"/>
          <p:cNvSpPr txBox="1"/>
          <p:nvPr/>
        </p:nvSpPr>
        <p:spPr>
          <a:xfrm>
            <a:off x="2617200" y="1455000"/>
            <a:ext cx="1100000" cy="270000"/>
          </a:xfrm>
          <a:prstGeom prst="rect">
            <a:avLst/>
          </a:prstGeom>
          <a:noFill/>
        </p:spPr>
        <p:txBody>
          <a:bodyPr wrap="square" lIns="0" tIns="0" rIns="0" bIns="0" anchor="ctr">
            <a:spAutoFit/>
          </a:bodyPr>
          <a:lstStyle/>
          <a:p>
            <a:pPr algn="l"/>
            <a:r>
              <a:rPr sz="1100" b="0" i="0">
                <a:solidFill>
                  <a:srgbClr val="333333"/>
                </a:solidFill>
                <a:latin typeface="Inter"/>
              </a:rPr>
              <a:t>Both</a:t>
            </a:r>
          </a:p>
        </p:txBody>
      </p:sp>
      <p:sp>
        <p:nvSpPr>
          <p:cNvPr id="10" name="TextBox 9"/>
          <p:cNvSpPr txBox="1"/>
          <p:nvPr/>
        </p:nvSpPr>
        <p:spPr>
          <a:xfrm>
            <a:off x="457200" y="1980000"/>
            <a:ext cx="3350000" cy="398000"/>
          </a:xfrm>
          <a:prstGeom prst="rect">
            <a:avLst/>
          </a:prstGeom>
          <a:noFill/>
        </p:spPr>
        <p:txBody>
          <a:bodyPr wrap="square" lIns="0" tIns="0" rIns="0" bIns="0" anchor="ctr">
            <a:spAutoFit/>
          </a:bodyPr>
          <a:lstStyle/>
          <a:p>
            <a:pPr algn="l"/>
            <a:r>
              <a:rPr sz="1100" b="0" i="0">
                <a:solidFill>
                  <a:srgbClr val="3B3758"/>
                </a:solidFill>
                <a:latin typeface="Inter"/>
              </a:rPr>
              <a:t>Data Quality (5 DAMA)</a:t>
            </a:r>
          </a:p>
        </p:txBody>
      </p:sp>
      <p:sp>
        <p:nvSpPr>
          <p:cNvPr id="11" name="Rounded Rectangle 10"/>
          <p:cNvSpPr/>
          <p:nvPr/>
        </p:nvSpPr>
        <p:spPr>
          <a:xfrm>
            <a:off x="3937200" y="2054000"/>
            <a:ext cx="7234552" cy="250000"/>
          </a:xfrm>
          <a:prstGeom prst="roundRect">
            <a:avLst>
              <a:gd name="adj" fmla="val 16000"/>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221752" y="1980000"/>
            <a:ext cx="520000" cy="398000"/>
          </a:xfrm>
          <a:prstGeom prst="rect">
            <a:avLst/>
          </a:prstGeom>
          <a:noFill/>
        </p:spPr>
        <p:txBody>
          <a:bodyPr wrap="square" lIns="0" tIns="0" rIns="0" bIns="0" anchor="ctr">
            <a:spAutoFit/>
          </a:bodyPr>
          <a:lstStyle/>
          <a:p>
            <a:pPr algn="l"/>
            <a:r>
              <a:rPr sz="1150" b="1" i="0">
                <a:solidFill>
                  <a:srgbClr val="3B3758"/>
                </a:solidFill>
                <a:latin typeface="Inter SemiBold"/>
              </a:rPr>
              <a:t>22</a:t>
            </a:r>
          </a:p>
        </p:txBody>
      </p:sp>
      <p:sp>
        <p:nvSpPr>
          <p:cNvPr id="13" name="TextBox 12"/>
          <p:cNvSpPr txBox="1"/>
          <p:nvPr/>
        </p:nvSpPr>
        <p:spPr>
          <a:xfrm>
            <a:off x="457200" y="2378000"/>
            <a:ext cx="3350000" cy="398000"/>
          </a:xfrm>
          <a:prstGeom prst="rect">
            <a:avLst/>
          </a:prstGeom>
          <a:noFill/>
        </p:spPr>
        <p:txBody>
          <a:bodyPr wrap="square" lIns="0" tIns="0" rIns="0" bIns="0" anchor="ctr">
            <a:spAutoFit/>
          </a:bodyPr>
          <a:lstStyle/>
          <a:p>
            <a:pPr algn="l"/>
            <a:r>
              <a:rPr sz="1100" b="0" i="0">
                <a:solidFill>
                  <a:srgbClr val="3B3758"/>
                </a:solidFill>
                <a:latin typeface="Inter"/>
              </a:rPr>
              <a:t>Data Observability</a:t>
            </a:r>
          </a:p>
        </p:txBody>
      </p:sp>
      <p:sp>
        <p:nvSpPr>
          <p:cNvPr id="14" name="Rounded Rectangle 13"/>
          <p:cNvSpPr/>
          <p:nvPr/>
        </p:nvSpPr>
        <p:spPr>
          <a:xfrm>
            <a:off x="3937200" y="2452000"/>
            <a:ext cx="3946119" cy="250000"/>
          </a:xfrm>
          <a:prstGeom prst="roundRect">
            <a:avLst>
              <a:gd name="adj" fmla="val 16000"/>
            </a:avLst>
          </a:prstGeom>
          <a:solidFill>
            <a:srgbClr val="007E1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7933319" y="2378000"/>
            <a:ext cx="520000" cy="398000"/>
          </a:xfrm>
          <a:prstGeom prst="rect">
            <a:avLst/>
          </a:prstGeom>
          <a:noFill/>
        </p:spPr>
        <p:txBody>
          <a:bodyPr wrap="square" lIns="0" tIns="0" rIns="0" bIns="0" anchor="ctr">
            <a:spAutoFit/>
          </a:bodyPr>
          <a:lstStyle/>
          <a:p>
            <a:pPr algn="l"/>
            <a:r>
              <a:rPr sz="1150" b="1" i="0">
                <a:solidFill>
                  <a:srgbClr val="3B3758"/>
                </a:solidFill>
                <a:latin typeface="Inter SemiBold"/>
              </a:rPr>
              <a:t>12</a:t>
            </a:r>
          </a:p>
        </p:txBody>
      </p:sp>
      <p:sp>
        <p:nvSpPr>
          <p:cNvPr id="16" name="TextBox 15"/>
          <p:cNvSpPr txBox="1"/>
          <p:nvPr/>
        </p:nvSpPr>
        <p:spPr>
          <a:xfrm>
            <a:off x="457200" y="2776000"/>
            <a:ext cx="3350000" cy="398000"/>
          </a:xfrm>
          <a:prstGeom prst="rect">
            <a:avLst/>
          </a:prstGeom>
          <a:noFill/>
        </p:spPr>
        <p:txBody>
          <a:bodyPr wrap="square" lIns="0" tIns="0" rIns="0" bIns="0" anchor="ctr">
            <a:spAutoFit/>
          </a:bodyPr>
          <a:lstStyle/>
          <a:p>
            <a:pPr algn="l"/>
            <a:r>
              <a:rPr sz="1100" b="0" i="0">
                <a:solidFill>
                  <a:srgbClr val="3B3758"/>
                </a:solidFill>
                <a:latin typeface="Inter"/>
              </a:rPr>
              <a:t>Ownership &amp; Stewardship</a:t>
            </a:r>
          </a:p>
        </p:txBody>
      </p:sp>
      <p:sp>
        <p:nvSpPr>
          <p:cNvPr id="17" name="Rounded Rectangle 16"/>
          <p:cNvSpPr/>
          <p:nvPr/>
        </p:nvSpPr>
        <p:spPr>
          <a:xfrm>
            <a:off x="3937200" y="2850000"/>
            <a:ext cx="3946119" cy="250000"/>
          </a:xfrm>
          <a:prstGeom prst="roundRect">
            <a:avLst>
              <a:gd name="adj" fmla="val 16000"/>
            </a:avLst>
          </a:prstGeom>
          <a:solidFill>
            <a:srgbClr val="5128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7933319" y="2776000"/>
            <a:ext cx="520000" cy="398000"/>
          </a:xfrm>
          <a:prstGeom prst="rect">
            <a:avLst/>
          </a:prstGeom>
          <a:noFill/>
        </p:spPr>
        <p:txBody>
          <a:bodyPr wrap="square" lIns="0" tIns="0" rIns="0" bIns="0" anchor="ctr">
            <a:spAutoFit/>
          </a:bodyPr>
          <a:lstStyle/>
          <a:p>
            <a:pPr algn="l"/>
            <a:r>
              <a:rPr sz="1150" b="1" i="0">
                <a:solidFill>
                  <a:srgbClr val="3B3758"/>
                </a:solidFill>
                <a:latin typeface="Inter SemiBold"/>
              </a:rPr>
              <a:t>12</a:t>
            </a:r>
          </a:p>
        </p:txBody>
      </p:sp>
      <p:sp>
        <p:nvSpPr>
          <p:cNvPr id="19" name="TextBox 18"/>
          <p:cNvSpPr txBox="1"/>
          <p:nvPr/>
        </p:nvSpPr>
        <p:spPr>
          <a:xfrm>
            <a:off x="457200" y="3174000"/>
            <a:ext cx="3350000" cy="398000"/>
          </a:xfrm>
          <a:prstGeom prst="rect">
            <a:avLst/>
          </a:prstGeom>
          <a:noFill/>
        </p:spPr>
        <p:txBody>
          <a:bodyPr wrap="square" lIns="0" tIns="0" rIns="0" bIns="0" anchor="ctr">
            <a:spAutoFit/>
          </a:bodyPr>
          <a:lstStyle/>
          <a:p>
            <a:pPr algn="l"/>
            <a:r>
              <a:rPr sz="1100" b="0" i="0">
                <a:solidFill>
                  <a:srgbClr val="3B3758"/>
                </a:solidFill>
                <a:latin typeface="Inter"/>
              </a:rPr>
              <a:t>Classification &amp; Security</a:t>
            </a:r>
          </a:p>
        </p:txBody>
      </p:sp>
      <p:sp>
        <p:nvSpPr>
          <p:cNvPr id="20" name="Rounded Rectangle 19"/>
          <p:cNvSpPr/>
          <p:nvPr/>
        </p:nvSpPr>
        <p:spPr>
          <a:xfrm>
            <a:off x="3937200" y="3248000"/>
            <a:ext cx="3946119" cy="250000"/>
          </a:xfrm>
          <a:prstGeom prst="roundRect">
            <a:avLst>
              <a:gd name="adj" fmla="val 16000"/>
            </a:avLst>
          </a:prstGeom>
          <a:solidFill>
            <a:srgbClr val="5128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7933319" y="3174000"/>
            <a:ext cx="520000" cy="398000"/>
          </a:xfrm>
          <a:prstGeom prst="rect">
            <a:avLst/>
          </a:prstGeom>
          <a:noFill/>
        </p:spPr>
        <p:txBody>
          <a:bodyPr wrap="square" lIns="0" tIns="0" rIns="0" bIns="0" anchor="ctr">
            <a:spAutoFit/>
          </a:bodyPr>
          <a:lstStyle/>
          <a:p>
            <a:pPr algn="l"/>
            <a:r>
              <a:rPr sz="1150" b="1" i="0">
                <a:solidFill>
                  <a:srgbClr val="3B3758"/>
                </a:solidFill>
                <a:latin typeface="Inter SemiBold"/>
              </a:rPr>
              <a:t>12</a:t>
            </a:r>
          </a:p>
        </p:txBody>
      </p:sp>
      <p:sp>
        <p:nvSpPr>
          <p:cNvPr id="22" name="TextBox 21"/>
          <p:cNvSpPr txBox="1"/>
          <p:nvPr/>
        </p:nvSpPr>
        <p:spPr>
          <a:xfrm>
            <a:off x="457200" y="3572000"/>
            <a:ext cx="3350000" cy="398000"/>
          </a:xfrm>
          <a:prstGeom prst="rect">
            <a:avLst/>
          </a:prstGeom>
          <a:noFill/>
        </p:spPr>
        <p:txBody>
          <a:bodyPr wrap="square" lIns="0" tIns="0" rIns="0" bIns="0" anchor="ctr">
            <a:spAutoFit/>
          </a:bodyPr>
          <a:lstStyle/>
          <a:p>
            <a:pPr algn="l"/>
            <a:r>
              <a:rPr sz="1100" b="0" i="0">
                <a:solidFill>
                  <a:srgbClr val="3B3758"/>
                </a:solidFill>
                <a:latin typeface="Inter"/>
              </a:rPr>
              <a:t>Authoritative Source</a:t>
            </a:r>
          </a:p>
        </p:txBody>
      </p:sp>
      <p:sp>
        <p:nvSpPr>
          <p:cNvPr id="23" name="Rounded Rectangle 22"/>
          <p:cNvSpPr/>
          <p:nvPr/>
        </p:nvSpPr>
        <p:spPr>
          <a:xfrm>
            <a:off x="3937200" y="3646000"/>
            <a:ext cx="3288432" cy="250000"/>
          </a:xfrm>
          <a:prstGeom prst="roundRect">
            <a:avLst>
              <a:gd name="adj" fmla="val 16000"/>
            </a:avLst>
          </a:prstGeom>
          <a:solidFill>
            <a:srgbClr val="5128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7275632" y="3572000"/>
            <a:ext cx="520000" cy="398000"/>
          </a:xfrm>
          <a:prstGeom prst="rect">
            <a:avLst/>
          </a:prstGeom>
          <a:noFill/>
        </p:spPr>
        <p:txBody>
          <a:bodyPr wrap="square" lIns="0" tIns="0" rIns="0" bIns="0" anchor="ctr">
            <a:spAutoFit/>
          </a:bodyPr>
          <a:lstStyle/>
          <a:p>
            <a:pPr algn="l"/>
            <a:r>
              <a:rPr sz="1150" b="1" i="0">
                <a:solidFill>
                  <a:srgbClr val="3B3758"/>
                </a:solidFill>
                <a:latin typeface="Inter SemiBold"/>
              </a:rPr>
              <a:t>10</a:t>
            </a:r>
          </a:p>
        </p:txBody>
      </p:sp>
      <p:sp>
        <p:nvSpPr>
          <p:cNvPr id="25" name="TextBox 24"/>
          <p:cNvSpPr txBox="1"/>
          <p:nvPr/>
        </p:nvSpPr>
        <p:spPr>
          <a:xfrm>
            <a:off x="457200" y="3970000"/>
            <a:ext cx="3350000" cy="398000"/>
          </a:xfrm>
          <a:prstGeom prst="rect">
            <a:avLst/>
          </a:prstGeom>
          <a:noFill/>
        </p:spPr>
        <p:txBody>
          <a:bodyPr wrap="square" lIns="0" tIns="0" rIns="0" bIns="0" anchor="ctr">
            <a:spAutoFit/>
          </a:bodyPr>
          <a:lstStyle/>
          <a:p>
            <a:pPr algn="l"/>
            <a:r>
              <a:rPr sz="1100" b="0" i="0">
                <a:solidFill>
                  <a:srgbClr val="3B3758"/>
                </a:solidFill>
                <a:latin typeface="Inter"/>
              </a:rPr>
              <a:t>Data Lineage</a:t>
            </a:r>
          </a:p>
        </p:txBody>
      </p:sp>
      <p:sp>
        <p:nvSpPr>
          <p:cNvPr id="26" name="Rounded Rectangle 25"/>
          <p:cNvSpPr/>
          <p:nvPr/>
        </p:nvSpPr>
        <p:spPr>
          <a:xfrm>
            <a:off x="3937200" y="4044000"/>
            <a:ext cx="3288432" cy="250000"/>
          </a:xfrm>
          <a:prstGeom prst="roundRect">
            <a:avLst>
              <a:gd name="adj" fmla="val 16000"/>
            </a:avLst>
          </a:prstGeom>
          <a:solidFill>
            <a:srgbClr val="007E1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7275632" y="3970000"/>
            <a:ext cx="520000" cy="398000"/>
          </a:xfrm>
          <a:prstGeom prst="rect">
            <a:avLst/>
          </a:prstGeom>
          <a:noFill/>
        </p:spPr>
        <p:txBody>
          <a:bodyPr wrap="square" lIns="0" tIns="0" rIns="0" bIns="0" anchor="ctr">
            <a:spAutoFit/>
          </a:bodyPr>
          <a:lstStyle/>
          <a:p>
            <a:pPr algn="l"/>
            <a:r>
              <a:rPr sz="1150" b="1" i="0">
                <a:solidFill>
                  <a:srgbClr val="3B3758"/>
                </a:solidFill>
                <a:latin typeface="Inter SemiBold"/>
              </a:rPr>
              <a:t>10</a:t>
            </a:r>
          </a:p>
        </p:txBody>
      </p:sp>
      <p:sp>
        <p:nvSpPr>
          <p:cNvPr id="28" name="TextBox 27"/>
          <p:cNvSpPr txBox="1"/>
          <p:nvPr/>
        </p:nvSpPr>
        <p:spPr>
          <a:xfrm>
            <a:off x="457200" y="4368000"/>
            <a:ext cx="3350000" cy="398000"/>
          </a:xfrm>
          <a:prstGeom prst="rect">
            <a:avLst/>
          </a:prstGeom>
          <a:noFill/>
        </p:spPr>
        <p:txBody>
          <a:bodyPr wrap="square" lIns="0" tIns="0" rIns="0" bIns="0" anchor="ctr">
            <a:spAutoFit/>
          </a:bodyPr>
          <a:lstStyle/>
          <a:p>
            <a:pPr algn="l"/>
            <a:r>
              <a:rPr sz="1100" b="0" i="0">
                <a:solidFill>
                  <a:srgbClr val="3B3758"/>
                </a:solidFill>
                <a:latin typeface="Inter"/>
              </a:rPr>
              <a:t>Business Definitions</a:t>
            </a:r>
          </a:p>
        </p:txBody>
      </p:sp>
      <p:sp>
        <p:nvSpPr>
          <p:cNvPr id="29" name="Rounded Rectangle 28"/>
          <p:cNvSpPr/>
          <p:nvPr/>
        </p:nvSpPr>
        <p:spPr>
          <a:xfrm>
            <a:off x="3937200" y="4442000"/>
            <a:ext cx="2959589" cy="250000"/>
          </a:xfrm>
          <a:prstGeom prst="roundRect">
            <a:avLst>
              <a:gd name="adj" fmla="val 16000"/>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6946789" y="4368000"/>
            <a:ext cx="520000" cy="398000"/>
          </a:xfrm>
          <a:prstGeom prst="rect">
            <a:avLst/>
          </a:prstGeom>
          <a:noFill/>
        </p:spPr>
        <p:txBody>
          <a:bodyPr wrap="square" lIns="0" tIns="0" rIns="0" bIns="0" anchor="ctr">
            <a:spAutoFit/>
          </a:bodyPr>
          <a:lstStyle/>
          <a:p>
            <a:pPr algn="l"/>
            <a:r>
              <a:rPr sz="1150" b="1" i="0">
                <a:solidFill>
                  <a:srgbClr val="3B3758"/>
                </a:solidFill>
                <a:latin typeface="Inter SemiBold"/>
              </a:rPr>
              <a:t>9</a:t>
            </a:r>
          </a:p>
        </p:txBody>
      </p:sp>
      <p:sp>
        <p:nvSpPr>
          <p:cNvPr id="31" name="TextBox 30"/>
          <p:cNvSpPr txBox="1"/>
          <p:nvPr/>
        </p:nvSpPr>
        <p:spPr>
          <a:xfrm>
            <a:off x="457200" y="4766000"/>
            <a:ext cx="3350000" cy="398000"/>
          </a:xfrm>
          <a:prstGeom prst="rect">
            <a:avLst/>
          </a:prstGeom>
          <a:noFill/>
        </p:spPr>
        <p:txBody>
          <a:bodyPr wrap="square" lIns="0" tIns="0" rIns="0" bIns="0" anchor="ctr">
            <a:spAutoFit/>
          </a:bodyPr>
          <a:lstStyle/>
          <a:p>
            <a:pPr algn="l"/>
            <a:r>
              <a:rPr sz="1100" b="0" i="0">
                <a:solidFill>
                  <a:srgbClr val="3B3758"/>
                </a:solidFill>
                <a:latin typeface="Inter"/>
              </a:rPr>
              <a:t>Active Issues</a:t>
            </a:r>
          </a:p>
        </p:txBody>
      </p:sp>
      <p:sp>
        <p:nvSpPr>
          <p:cNvPr id="32" name="Rounded Rectangle 31"/>
          <p:cNvSpPr/>
          <p:nvPr/>
        </p:nvSpPr>
        <p:spPr>
          <a:xfrm>
            <a:off x="3937200" y="4840000"/>
            <a:ext cx="1644216" cy="250000"/>
          </a:xfrm>
          <a:prstGeom prst="roundRect">
            <a:avLst>
              <a:gd name="adj" fmla="val 16000"/>
            </a:avLst>
          </a:prstGeom>
          <a:solidFill>
            <a:srgbClr val="007E1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5631416" y="4766000"/>
            <a:ext cx="520000" cy="398000"/>
          </a:xfrm>
          <a:prstGeom prst="rect">
            <a:avLst/>
          </a:prstGeom>
          <a:noFill/>
        </p:spPr>
        <p:txBody>
          <a:bodyPr wrap="square" lIns="0" tIns="0" rIns="0" bIns="0" anchor="ctr">
            <a:spAutoFit/>
          </a:bodyPr>
          <a:lstStyle/>
          <a:p>
            <a:pPr algn="l"/>
            <a:r>
              <a:rPr sz="1150" b="1" i="0">
                <a:solidFill>
                  <a:srgbClr val="3B3758"/>
                </a:solidFill>
                <a:latin typeface="Inter SemiBold"/>
              </a:rPr>
              <a:t>5</a:t>
            </a:r>
          </a:p>
        </p:txBody>
      </p:sp>
      <p:sp>
        <p:nvSpPr>
          <p:cNvPr id="34" name="TextBox 33"/>
          <p:cNvSpPr txBox="1"/>
          <p:nvPr/>
        </p:nvSpPr>
        <p:spPr>
          <a:xfrm>
            <a:off x="457200" y="5164000"/>
            <a:ext cx="3350000" cy="398000"/>
          </a:xfrm>
          <a:prstGeom prst="rect">
            <a:avLst/>
          </a:prstGeom>
          <a:noFill/>
        </p:spPr>
        <p:txBody>
          <a:bodyPr wrap="square" lIns="0" tIns="0" rIns="0" bIns="0" anchor="ctr">
            <a:spAutoFit/>
          </a:bodyPr>
          <a:lstStyle/>
          <a:p>
            <a:pPr algn="l"/>
            <a:r>
              <a:rPr sz="1100" b="0" i="0">
                <a:solidFill>
                  <a:srgbClr val="3B3758"/>
                </a:solidFill>
                <a:latin typeface="Inter"/>
              </a:rPr>
              <a:t>Usage</a:t>
            </a:r>
          </a:p>
        </p:txBody>
      </p:sp>
      <p:sp>
        <p:nvSpPr>
          <p:cNvPr id="35" name="Rounded Rectangle 34"/>
          <p:cNvSpPr/>
          <p:nvPr/>
        </p:nvSpPr>
        <p:spPr>
          <a:xfrm>
            <a:off x="3937200" y="5238000"/>
            <a:ext cx="1644216" cy="250000"/>
          </a:xfrm>
          <a:prstGeom prst="roundRect">
            <a:avLst>
              <a:gd name="adj" fmla="val 16000"/>
            </a:avLst>
          </a:prstGeom>
          <a:solidFill>
            <a:srgbClr val="5128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5631416" y="5164000"/>
            <a:ext cx="520000" cy="398000"/>
          </a:xfrm>
          <a:prstGeom prst="rect">
            <a:avLst/>
          </a:prstGeom>
          <a:noFill/>
        </p:spPr>
        <p:txBody>
          <a:bodyPr wrap="square" lIns="0" tIns="0" rIns="0" bIns="0" anchor="ctr">
            <a:spAutoFit/>
          </a:bodyPr>
          <a:lstStyle/>
          <a:p>
            <a:pPr algn="l"/>
            <a:r>
              <a:rPr sz="1150" b="1" i="0">
                <a:solidFill>
                  <a:srgbClr val="3B3758"/>
                </a:solidFill>
                <a:latin typeface="Inter SemiBold"/>
              </a:rPr>
              <a:t>5</a:t>
            </a:r>
          </a:p>
        </p:txBody>
      </p:sp>
      <p:sp>
        <p:nvSpPr>
          <p:cNvPr id="37" name="TextBox 36"/>
          <p:cNvSpPr txBox="1"/>
          <p:nvPr/>
        </p:nvSpPr>
        <p:spPr>
          <a:xfrm>
            <a:off x="457200" y="5562000"/>
            <a:ext cx="3350000" cy="398000"/>
          </a:xfrm>
          <a:prstGeom prst="rect">
            <a:avLst/>
          </a:prstGeom>
          <a:noFill/>
        </p:spPr>
        <p:txBody>
          <a:bodyPr wrap="square" lIns="0" tIns="0" rIns="0" bIns="0" anchor="ctr">
            <a:spAutoFit/>
          </a:bodyPr>
          <a:lstStyle/>
          <a:p>
            <a:pPr algn="l"/>
            <a:r>
              <a:rPr sz="1100" b="0" i="0">
                <a:solidFill>
                  <a:srgbClr val="3B3758"/>
                </a:solidFill>
                <a:latin typeface="Inter"/>
              </a:rPr>
              <a:t>User Feedback</a:t>
            </a:r>
          </a:p>
        </p:txBody>
      </p:sp>
      <p:sp>
        <p:nvSpPr>
          <p:cNvPr id="38" name="Rounded Rectangle 37"/>
          <p:cNvSpPr/>
          <p:nvPr/>
        </p:nvSpPr>
        <p:spPr>
          <a:xfrm>
            <a:off x="3937200" y="5636000"/>
            <a:ext cx="986529" cy="250000"/>
          </a:xfrm>
          <a:prstGeom prst="roundRect">
            <a:avLst>
              <a:gd name="adj" fmla="val 16000"/>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4973729" y="5562000"/>
            <a:ext cx="520000" cy="398000"/>
          </a:xfrm>
          <a:prstGeom prst="rect">
            <a:avLst/>
          </a:prstGeom>
          <a:noFill/>
        </p:spPr>
        <p:txBody>
          <a:bodyPr wrap="square" lIns="0" tIns="0" rIns="0" bIns="0" anchor="ctr">
            <a:spAutoFit/>
          </a:bodyPr>
          <a:lstStyle/>
          <a:p>
            <a:pPr algn="l"/>
            <a:r>
              <a:rPr sz="1150" b="1" i="0">
                <a:solidFill>
                  <a:srgbClr val="3B3758"/>
                </a:solidFill>
                <a:latin typeface="Inter SemiBold"/>
              </a:rPr>
              <a:t>3</a:t>
            </a:r>
          </a:p>
        </p:txBody>
      </p:sp>
      <p:sp>
        <p:nvSpPr>
          <p:cNvPr id="41" name="TextBox 40"/>
          <p:cNvSpPr txBox="1"/>
          <p:nvPr/>
        </p:nvSpPr>
        <p:spPr>
          <a:xfrm>
            <a:off x="9480000" y="6265000"/>
            <a:ext cx="520000" cy="240000"/>
          </a:xfrm>
          <a:prstGeom prst="rect">
            <a:avLst/>
          </a:prstGeom>
          <a:noFill/>
        </p:spPr>
        <p:txBody>
          <a:bodyPr wrap="square" lIns="0" tIns="0" rIns="0" bIns="0" anchor="ctr">
            <a:spAutoFit/>
          </a:bodyPr>
          <a:lstStyle/>
          <a:p>
            <a:pPr algn="r"/>
            <a:r>
              <a:rPr sz="850" b="0" i="0">
                <a:solidFill>
                  <a:srgbClr val="6B6B6B"/>
                </a:solidFill>
                <a:latin typeface="Inter"/>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1274552" cy="274320"/>
          </a:xfrm>
          <a:prstGeom prst="rect">
            <a:avLst/>
          </a:prstGeom>
          <a:noFill/>
        </p:spPr>
        <p:txBody>
          <a:bodyPr wrap="square" lIns="0" tIns="0" rIns="0" bIns="0" anchor="t">
            <a:spAutoFit/>
          </a:bodyPr>
          <a:lstStyle/>
          <a:p>
            <a:pPr algn="l"/>
            <a:r>
              <a:rPr sz="1200" b="1" i="0">
                <a:solidFill>
                  <a:srgbClr val="0022AF"/>
                </a:solidFill>
                <a:latin typeface="Inter SemiBold"/>
              </a:rPr>
              <a:t>MECHANISM</a:t>
            </a:r>
          </a:p>
        </p:txBody>
      </p:sp>
      <p:sp>
        <p:nvSpPr>
          <p:cNvPr id="3" name="TextBox 2"/>
          <p:cNvSpPr txBox="1"/>
          <p:nvPr/>
        </p:nvSpPr>
        <p:spPr>
          <a:xfrm>
            <a:off x="457200" y="658368"/>
            <a:ext cx="11274552" cy="685800"/>
          </a:xfrm>
          <a:prstGeom prst="rect">
            <a:avLst/>
          </a:prstGeom>
          <a:noFill/>
        </p:spPr>
        <p:txBody>
          <a:bodyPr wrap="square" lIns="0" tIns="0" rIns="0" bIns="0" anchor="t">
            <a:spAutoFit/>
          </a:bodyPr>
          <a:lstStyle/>
          <a:p>
            <a:pPr algn="l"/>
            <a:r>
              <a:rPr sz="2800" b="1" i="0">
                <a:solidFill>
                  <a:srgbClr val="3B3758"/>
                </a:solidFill>
                <a:latin typeface="Inter SemiBold"/>
              </a:rPr>
              <a:t>How a score is built</a:t>
            </a:r>
          </a:p>
        </p:txBody>
      </p:sp>
      <p:sp>
        <p:nvSpPr>
          <p:cNvPr id="4" name="Rounded Rectangle 3"/>
          <p:cNvSpPr/>
          <p:nvPr/>
        </p:nvSpPr>
        <p:spPr>
          <a:xfrm>
            <a:off x="457200" y="1554480"/>
            <a:ext cx="11274552" cy="81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Oval 4"/>
          <p:cNvSpPr/>
          <p:nvPr/>
        </p:nvSpPr>
        <p:spPr>
          <a:xfrm>
            <a:off x="627200" y="1679480"/>
            <a:ext cx="560000" cy="5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Inter SemiBold"/>
              </a:rPr>
              <a:t>1</a:t>
            </a:r>
          </a:p>
        </p:txBody>
      </p:sp>
      <p:sp>
        <p:nvSpPr>
          <p:cNvPr id="6" name="TextBox 5"/>
          <p:cNvSpPr txBox="1"/>
          <p:nvPr/>
        </p:nvSpPr>
        <p:spPr>
          <a:xfrm>
            <a:off x="1357200" y="1644480"/>
            <a:ext cx="9924552" cy="660000"/>
          </a:xfrm>
          <a:prstGeom prst="rect">
            <a:avLst/>
          </a:prstGeom>
          <a:noFill/>
        </p:spPr>
        <p:txBody>
          <a:bodyPr wrap="square" lIns="0" tIns="0" rIns="0" bIns="0" anchor="ctr">
            <a:spAutoFit/>
          </a:bodyPr>
          <a:lstStyle/>
          <a:p>
            <a:pPr algn="l">
              <a:spcAft>
                <a:spcPts val="400"/>
              </a:spcAft>
            </a:pPr>
            <a:r>
              <a:rPr sz="1500" b="1" i="0">
                <a:solidFill>
                  <a:srgbClr val="3B3758"/>
                </a:solidFill>
                <a:latin typeface="Inter SemiBold"/>
              </a:rPr>
              <a:t>Element to dataset</a:t>
            </a:r>
          </a:p>
          <a:p>
            <a:pPr algn="l">
              <a:lnSpc>
                <a:spcPct val="105000"/>
              </a:lnSpc>
            </a:pPr>
            <a:r>
              <a:rPr sz="1200" b="0" i="0">
                <a:solidFill>
                  <a:srgbClr val="333333"/>
                </a:solidFill>
                <a:latin typeface="Inter"/>
              </a:rPr>
              <a:t>Every column is scored on all ten dimensions, then rolled up into one dataset score.</a:t>
            </a:r>
          </a:p>
        </p:txBody>
      </p:sp>
      <p:sp>
        <p:nvSpPr>
          <p:cNvPr id="7" name="Rounded Rectangle 6"/>
          <p:cNvSpPr/>
          <p:nvPr/>
        </p:nvSpPr>
        <p:spPr>
          <a:xfrm>
            <a:off x="457200" y="2444480"/>
            <a:ext cx="11274552" cy="81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Oval 7"/>
          <p:cNvSpPr/>
          <p:nvPr/>
        </p:nvSpPr>
        <p:spPr>
          <a:xfrm>
            <a:off x="627200" y="2569480"/>
            <a:ext cx="560000" cy="5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Inter SemiBold"/>
              </a:rPr>
              <a:t>2</a:t>
            </a:r>
          </a:p>
        </p:txBody>
      </p:sp>
      <p:sp>
        <p:nvSpPr>
          <p:cNvPr id="9" name="TextBox 8"/>
          <p:cNvSpPr txBox="1"/>
          <p:nvPr/>
        </p:nvSpPr>
        <p:spPr>
          <a:xfrm>
            <a:off x="1357200" y="2632268"/>
            <a:ext cx="9924552" cy="464423"/>
          </a:xfrm>
          <a:prstGeom prst="rect">
            <a:avLst/>
          </a:prstGeom>
          <a:noFill/>
        </p:spPr>
        <p:txBody>
          <a:bodyPr wrap="square" lIns="0" tIns="0" rIns="0" bIns="0" anchor="ctr">
            <a:spAutoFit/>
          </a:bodyPr>
          <a:lstStyle/>
          <a:p>
            <a:pPr algn="l">
              <a:spcAft>
                <a:spcPts val="400"/>
              </a:spcAft>
            </a:pPr>
            <a:r>
              <a:rPr sz="1500" b="1" i="0" dirty="0">
                <a:solidFill>
                  <a:srgbClr val="3B3758"/>
                </a:solidFill>
                <a:latin typeface="Inter SemiBold"/>
              </a:rPr>
              <a:t>Blanks score 0</a:t>
            </a:r>
          </a:p>
          <a:p>
            <a:pPr algn="l">
              <a:lnSpc>
                <a:spcPct val="105000"/>
              </a:lnSpc>
            </a:pPr>
            <a:r>
              <a:rPr sz="1200" b="0" i="0" dirty="0">
                <a:solidFill>
                  <a:srgbClr val="333333"/>
                </a:solidFill>
                <a:latin typeface="Inter"/>
              </a:rPr>
              <a:t>Trust </a:t>
            </a:r>
            <a:r>
              <a:rPr lang="en-US" sz="1200" b="0" i="0" dirty="0">
                <a:solidFill>
                  <a:srgbClr val="333333"/>
                </a:solidFill>
                <a:latin typeface="Inter"/>
              </a:rPr>
              <a:t>must</a:t>
            </a:r>
            <a:r>
              <a:rPr sz="1200" b="0" i="0" dirty="0">
                <a:solidFill>
                  <a:srgbClr val="333333"/>
                </a:solidFill>
                <a:latin typeface="Inter"/>
              </a:rPr>
              <a:t> be earned. No evidence today means no credit yet.</a:t>
            </a:r>
          </a:p>
        </p:txBody>
      </p:sp>
      <p:sp>
        <p:nvSpPr>
          <p:cNvPr id="10" name="Rounded Rectangle 9"/>
          <p:cNvSpPr/>
          <p:nvPr/>
        </p:nvSpPr>
        <p:spPr>
          <a:xfrm>
            <a:off x="457200" y="3334480"/>
            <a:ext cx="11274552" cy="81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Oval 10"/>
          <p:cNvSpPr/>
          <p:nvPr/>
        </p:nvSpPr>
        <p:spPr>
          <a:xfrm>
            <a:off x="627200" y="3459480"/>
            <a:ext cx="560000" cy="5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Inter SemiBold"/>
              </a:rPr>
              <a:t>3</a:t>
            </a:r>
          </a:p>
        </p:txBody>
      </p:sp>
      <p:sp>
        <p:nvSpPr>
          <p:cNvPr id="12" name="TextBox 11"/>
          <p:cNvSpPr txBox="1"/>
          <p:nvPr/>
        </p:nvSpPr>
        <p:spPr>
          <a:xfrm>
            <a:off x="1357200" y="3424480"/>
            <a:ext cx="9924552" cy="660000"/>
          </a:xfrm>
          <a:prstGeom prst="rect">
            <a:avLst/>
          </a:prstGeom>
          <a:noFill/>
        </p:spPr>
        <p:txBody>
          <a:bodyPr wrap="square" lIns="0" tIns="0" rIns="0" bIns="0" anchor="ctr">
            <a:spAutoFit/>
          </a:bodyPr>
          <a:lstStyle/>
          <a:p>
            <a:pPr algn="l">
              <a:spcAft>
                <a:spcPts val="400"/>
              </a:spcAft>
            </a:pPr>
            <a:r>
              <a:rPr sz="1500" b="1" i="0">
                <a:solidFill>
                  <a:srgbClr val="3B3758"/>
                </a:solidFill>
                <a:latin typeface="Inter SemiBold"/>
              </a:rPr>
              <a:t>CDE multiplier</a:t>
            </a:r>
          </a:p>
          <a:p>
            <a:pPr algn="l">
              <a:lnSpc>
                <a:spcPct val="105000"/>
              </a:lnSpc>
            </a:pPr>
            <a:r>
              <a:rPr sz="1200" b="0" i="0">
                <a:solidFill>
                  <a:srgbClr val="333333"/>
                </a:solidFill>
                <a:latin typeface="Inter"/>
              </a:rPr>
              <a:t>Critical data elements weigh 2x in the roll-up; non-CDEs are never penalized.</a:t>
            </a:r>
          </a:p>
        </p:txBody>
      </p:sp>
      <p:sp>
        <p:nvSpPr>
          <p:cNvPr id="13" name="Rounded Rectangle 12"/>
          <p:cNvSpPr/>
          <p:nvPr/>
        </p:nvSpPr>
        <p:spPr>
          <a:xfrm>
            <a:off x="457200" y="4224480"/>
            <a:ext cx="11274552" cy="81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Oval 13"/>
          <p:cNvSpPr/>
          <p:nvPr/>
        </p:nvSpPr>
        <p:spPr>
          <a:xfrm>
            <a:off x="627200" y="4349480"/>
            <a:ext cx="560000" cy="5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Inter SemiBold"/>
              </a:rPr>
              <a:t>4</a:t>
            </a:r>
          </a:p>
        </p:txBody>
      </p:sp>
      <p:sp>
        <p:nvSpPr>
          <p:cNvPr id="15" name="TextBox 14"/>
          <p:cNvSpPr txBox="1"/>
          <p:nvPr/>
        </p:nvSpPr>
        <p:spPr>
          <a:xfrm>
            <a:off x="1357200" y="4314480"/>
            <a:ext cx="9924552" cy="660000"/>
          </a:xfrm>
          <a:prstGeom prst="rect">
            <a:avLst/>
          </a:prstGeom>
          <a:noFill/>
        </p:spPr>
        <p:txBody>
          <a:bodyPr wrap="square" lIns="0" tIns="0" rIns="0" bIns="0" anchor="ctr">
            <a:spAutoFit/>
          </a:bodyPr>
          <a:lstStyle/>
          <a:p>
            <a:pPr algn="l">
              <a:spcAft>
                <a:spcPts val="400"/>
              </a:spcAft>
            </a:pPr>
            <a:r>
              <a:rPr sz="1500" b="1" i="0">
                <a:solidFill>
                  <a:srgbClr val="3B3758"/>
                </a:solidFill>
                <a:latin typeface="Inter SemiBold"/>
              </a:rPr>
              <a:t>DQ Confidence Factor</a:t>
            </a:r>
          </a:p>
          <a:p>
            <a:pPr algn="l">
              <a:lnSpc>
                <a:spcPct val="105000"/>
              </a:lnSpc>
            </a:pPr>
            <a:r>
              <a:rPr sz="1200" b="0" i="0">
                <a:solidFill>
                  <a:srgbClr val="333333"/>
                </a:solidFill>
                <a:latin typeface="Inter"/>
              </a:rPr>
              <a:t>The DQ score is multiplied by a factor from 1.0 to 0.60, set by how far downstream it's measured. Measuring upstream scores better.</a:t>
            </a:r>
          </a:p>
        </p:txBody>
      </p:sp>
      <p:sp>
        <p:nvSpPr>
          <p:cNvPr id="16" name="Rounded Rectangle 15"/>
          <p:cNvSpPr/>
          <p:nvPr/>
        </p:nvSpPr>
        <p:spPr>
          <a:xfrm>
            <a:off x="457200" y="5114480"/>
            <a:ext cx="11274552" cy="81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Oval 16"/>
          <p:cNvSpPr/>
          <p:nvPr/>
        </p:nvSpPr>
        <p:spPr>
          <a:xfrm>
            <a:off x="627200" y="5239480"/>
            <a:ext cx="560000" cy="56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Inter SemiBold"/>
              </a:rPr>
              <a:t>5</a:t>
            </a:r>
          </a:p>
        </p:txBody>
      </p:sp>
      <p:sp>
        <p:nvSpPr>
          <p:cNvPr id="18" name="TextBox 17"/>
          <p:cNvSpPr txBox="1"/>
          <p:nvPr/>
        </p:nvSpPr>
        <p:spPr>
          <a:xfrm>
            <a:off x="1357200" y="5204480"/>
            <a:ext cx="9924552" cy="660000"/>
          </a:xfrm>
          <a:prstGeom prst="rect">
            <a:avLst/>
          </a:prstGeom>
          <a:noFill/>
        </p:spPr>
        <p:txBody>
          <a:bodyPr wrap="square" lIns="0" tIns="0" rIns="0" bIns="0" anchor="ctr">
            <a:spAutoFit/>
          </a:bodyPr>
          <a:lstStyle/>
          <a:p>
            <a:pPr algn="l">
              <a:spcAft>
                <a:spcPts val="400"/>
              </a:spcAft>
            </a:pPr>
            <a:r>
              <a:rPr sz="1500" b="1" i="0">
                <a:solidFill>
                  <a:srgbClr val="3B3758"/>
                </a:solidFill>
                <a:latin typeface="Inter SemiBold"/>
              </a:rPr>
              <a:t>Foundational flag</a:t>
            </a:r>
          </a:p>
          <a:p>
            <a:pPr algn="l">
              <a:lnSpc>
                <a:spcPct val="105000"/>
              </a:lnSpc>
            </a:pPr>
            <a:r>
              <a:rPr sz="1200" b="0" i="0">
                <a:solidFill>
                  <a:srgbClr val="333333"/>
                </a:solidFill>
                <a:latin typeface="Inter"/>
              </a:rPr>
              <a:t>Low Ownership, Source or Lineage raises a 'review before publishing' warning.</a:t>
            </a:r>
          </a:p>
        </p:txBody>
      </p:sp>
      <p:sp>
        <p:nvSpPr>
          <p:cNvPr id="20" name="TextBox 19"/>
          <p:cNvSpPr txBox="1"/>
          <p:nvPr/>
        </p:nvSpPr>
        <p:spPr>
          <a:xfrm>
            <a:off x="9480000" y="6265000"/>
            <a:ext cx="520000" cy="240000"/>
          </a:xfrm>
          <a:prstGeom prst="rect">
            <a:avLst/>
          </a:prstGeom>
          <a:noFill/>
        </p:spPr>
        <p:txBody>
          <a:bodyPr wrap="square" lIns="0" tIns="0" rIns="0" bIns="0" anchor="ctr">
            <a:spAutoFit/>
          </a:bodyPr>
          <a:lstStyle/>
          <a:p>
            <a:pPr algn="r"/>
            <a:r>
              <a:rPr sz="850" b="0" i="0">
                <a:solidFill>
                  <a:srgbClr val="6B6B6B"/>
                </a:solidFill>
                <a:latin typeface="Inter"/>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1274552" cy="274320"/>
          </a:xfrm>
          <a:prstGeom prst="rect">
            <a:avLst/>
          </a:prstGeom>
          <a:noFill/>
        </p:spPr>
        <p:txBody>
          <a:bodyPr wrap="square" lIns="0" tIns="0" rIns="0" bIns="0" anchor="t">
            <a:spAutoFit/>
          </a:bodyPr>
          <a:lstStyle/>
          <a:p>
            <a:pPr algn="l"/>
            <a:r>
              <a:rPr sz="1200" b="1" i="0">
                <a:solidFill>
                  <a:srgbClr val="0022AF"/>
                </a:solidFill>
                <a:latin typeface="Inter SemiBold"/>
              </a:rPr>
              <a:t>CLASSIFICATION</a:t>
            </a:r>
          </a:p>
        </p:txBody>
      </p:sp>
      <p:sp>
        <p:nvSpPr>
          <p:cNvPr id="3" name="TextBox 2"/>
          <p:cNvSpPr txBox="1"/>
          <p:nvPr/>
        </p:nvSpPr>
        <p:spPr>
          <a:xfrm>
            <a:off x="457200" y="658368"/>
            <a:ext cx="11274552" cy="685800"/>
          </a:xfrm>
          <a:prstGeom prst="rect">
            <a:avLst/>
          </a:prstGeom>
          <a:noFill/>
        </p:spPr>
        <p:txBody>
          <a:bodyPr wrap="square" lIns="0" tIns="0" rIns="0" bIns="0" anchor="t">
            <a:spAutoFit/>
          </a:bodyPr>
          <a:lstStyle/>
          <a:p>
            <a:pPr algn="l"/>
            <a:r>
              <a:rPr sz="2800" b="1" i="0">
                <a:solidFill>
                  <a:srgbClr val="3B3758"/>
                </a:solidFill>
                <a:latin typeface="Inter SemiBold"/>
              </a:rPr>
              <a:t>Five trust bands</a:t>
            </a:r>
          </a:p>
        </p:txBody>
      </p:sp>
      <p:sp>
        <p:nvSpPr>
          <p:cNvPr id="4" name="Rounded Rectangle 3"/>
          <p:cNvSpPr/>
          <p:nvPr/>
        </p:nvSpPr>
        <p:spPr>
          <a:xfrm>
            <a:off x="457200" y="1554480"/>
            <a:ext cx="11274552" cy="78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Rounded Rectangle 4"/>
          <p:cNvSpPr/>
          <p:nvPr/>
        </p:nvSpPr>
        <p:spPr>
          <a:xfrm>
            <a:off x="577200" y="1694480"/>
            <a:ext cx="2400000" cy="500000"/>
          </a:xfrm>
          <a:prstGeom prst="roundRect">
            <a:avLst>
              <a:gd name="adj" fmla="val 14000"/>
            </a:avLst>
          </a:prstGeom>
          <a:solidFill>
            <a:srgbClr val="007E1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Certified</a:t>
            </a:r>
          </a:p>
        </p:txBody>
      </p:sp>
      <p:sp>
        <p:nvSpPr>
          <p:cNvPr id="6" name="TextBox 5"/>
          <p:cNvSpPr txBox="1"/>
          <p:nvPr/>
        </p:nvSpPr>
        <p:spPr>
          <a:xfrm>
            <a:off x="3207200" y="1554480"/>
            <a:ext cx="1500000" cy="780000"/>
          </a:xfrm>
          <a:prstGeom prst="rect">
            <a:avLst/>
          </a:prstGeom>
          <a:noFill/>
        </p:spPr>
        <p:txBody>
          <a:bodyPr wrap="square" lIns="0" tIns="0" rIns="0" bIns="0" anchor="ctr">
            <a:spAutoFit/>
          </a:bodyPr>
          <a:lstStyle/>
          <a:p>
            <a:pPr algn="l"/>
            <a:r>
              <a:rPr sz="1700" b="1" i="0">
                <a:solidFill>
                  <a:srgbClr val="3B3758"/>
                </a:solidFill>
                <a:latin typeface="Inter SemiBold"/>
              </a:rPr>
              <a:t>90–100</a:t>
            </a:r>
          </a:p>
        </p:txBody>
      </p:sp>
      <p:sp>
        <p:nvSpPr>
          <p:cNvPr id="7" name="TextBox 6"/>
          <p:cNvSpPr txBox="1"/>
          <p:nvPr/>
        </p:nvSpPr>
        <p:spPr>
          <a:xfrm>
            <a:off x="4907200" y="1554480"/>
            <a:ext cx="6674552" cy="780000"/>
          </a:xfrm>
          <a:prstGeom prst="rect">
            <a:avLst/>
          </a:prstGeom>
          <a:noFill/>
        </p:spPr>
        <p:txBody>
          <a:bodyPr wrap="square" lIns="0" tIns="0" rIns="0" bIns="0" anchor="ctr">
            <a:spAutoFit/>
          </a:bodyPr>
          <a:lstStyle/>
          <a:p>
            <a:pPr algn="l"/>
            <a:r>
              <a:rPr sz="1250" b="0" i="0">
                <a:solidFill>
                  <a:srgbClr val="333333"/>
                </a:solidFill>
                <a:latin typeface="Inter"/>
              </a:rPr>
              <a:t>Publishable to the marketplace; approved for decision-critical use.</a:t>
            </a:r>
          </a:p>
        </p:txBody>
      </p:sp>
      <p:sp>
        <p:nvSpPr>
          <p:cNvPr id="8" name="Rounded Rectangle 7"/>
          <p:cNvSpPr/>
          <p:nvPr/>
        </p:nvSpPr>
        <p:spPr>
          <a:xfrm>
            <a:off x="457200" y="2424480"/>
            <a:ext cx="11274552" cy="78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Rounded Rectangle 8"/>
          <p:cNvSpPr/>
          <p:nvPr/>
        </p:nvSpPr>
        <p:spPr>
          <a:xfrm>
            <a:off x="577200" y="2564480"/>
            <a:ext cx="2400000" cy="500000"/>
          </a:xfrm>
          <a:prstGeom prst="roundRect">
            <a:avLst>
              <a:gd name="adj" fmla="val 14000"/>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dirty="0">
                <a:solidFill>
                  <a:srgbClr val="FFFFFF"/>
                </a:solidFill>
                <a:latin typeface="Inter SemiBold"/>
              </a:rPr>
              <a:t>Trusted</a:t>
            </a:r>
          </a:p>
        </p:txBody>
      </p:sp>
      <p:sp>
        <p:nvSpPr>
          <p:cNvPr id="10" name="TextBox 9"/>
          <p:cNvSpPr txBox="1"/>
          <p:nvPr/>
        </p:nvSpPr>
        <p:spPr>
          <a:xfrm>
            <a:off x="3207200" y="2424480"/>
            <a:ext cx="1500000" cy="780000"/>
          </a:xfrm>
          <a:prstGeom prst="rect">
            <a:avLst/>
          </a:prstGeom>
          <a:noFill/>
        </p:spPr>
        <p:txBody>
          <a:bodyPr wrap="square" lIns="0" tIns="0" rIns="0" bIns="0" anchor="ctr">
            <a:spAutoFit/>
          </a:bodyPr>
          <a:lstStyle/>
          <a:p>
            <a:pPr algn="l"/>
            <a:r>
              <a:rPr sz="1700" b="1" i="0">
                <a:solidFill>
                  <a:srgbClr val="3B3758"/>
                </a:solidFill>
                <a:latin typeface="Inter SemiBold"/>
              </a:rPr>
              <a:t>75–89</a:t>
            </a:r>
          </a:p>
        </p:txBody>
      </p:sp>
      <p:sp>
        <p:nvSpPr>
          <p:cNvPr id="11" name="TextBox 10"/>
          <p:cNvSpPr txBox="1"/>
          <p:nvPr/>
        </p:nvSpPr>
        <p:spPr>
          <a:xfrm>
            <a:off x="4907200" y="2424480"/>
            <a:ext cx="6674552" cy="780000"/>
          </a:xfrm>
          <a:prstGeom prst="rect">
            <a:avLst/>
          </a:prstGeom>
          <a:noFill/>
        </p:spPr>
        <p:txBody>
          <a:bodyPr wrap="square" lIns="0" tIns="0" rIns="0" bIns="0" anchor="ctr">
            <a:spAutoFit/>
          </a:bodyPr>
          <a:lstStyle/>
          <a:p>
            <a:pPr algn="l"/>
            <a:r>
              <a:rPr sz="1250" b="0" i="0">
                <a:solidFill>
                  <a:srgbClr val="333333"/>
                </a:solidFill>
                <a:latin typeface="Inter"/>
              </a:rPr>
              <a:t>Publishable with notes; reliable for most analytics.</a:t>
            </a:r>
          </a:p>
        </p:txBody>
      </p:sp>
      <p:sp>
        <p:nvSpPr>
          <p:cNvPr id="12" name="Rounded Rectangle 11"/>
          <p:cNvSpPr/>
          <p:nvPr/>
        </p:nvSpPr>
        <p:spPr>
          <a:xfrm>
            <a:off x="457200" y="3294480"/>
            <a:ext cx="11274552" cy="78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Rounded Rectangle 12"/>
          <p:cNvSpPr/>
          <p:nvPr/>
        </p:nvSpPr>
        <p:spPr>
          <a:xfrm>
            <a:off x="577200" y="3434480"/>
            <a:ext cx="2400000" cy="500000"/>
          </a:xfrm>
          <a:prstGeom prst="roundRect">
            <a:avLst>
              <a:gd name="adj" fmla="val 14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Developing</a:t>
            </a:r>
          </a:p>
        </p:txBody>
      </p:sp>
      <p:sp>
        <p:nvSpPr>
          <p:cNvPr id="14" name="TextBox 13"/>
          <p:cNvSpPr txBox="1"/>
          <p:nvPr/>
        </p:nvSpPr>
        <p:spPr>
          <a:xfrm>
            <a:off x="3207200" y="3294480"/>
            <a:ext cx="1500000" cy="780000"/>
          </a:xfrm>
          <a:prstGeom prst="rect">
            <a:avLst/>
          </a:prstGeom>
          <a:noFill/>
        </p:spPr>
        <p:txBody>
          <a:bodyPr wrap="square" lIns="0" tIns="0" rIns="0" bIns="0" anchor="ctr">
            <a:spAutoFit/>
          </a:bodyPr>
          <a:lstStyle/>
          <a:p>
            <a:pPr algn="l"/>
            <a:r>
              <a:rPr sz="1700" b="1" i="0">
                <a:solidFill>
                  <a:srgbClr val="3B3758"/>
                </a:solidFill>
                <a:latin typeface="Inter SemiBold"/>
              </a:rPr>
              <a:t>60–74</a:t>
            </a:r>
          </a:p>
        </p:txBody>
      </p:sp>
      <p:sp>
        <p:nvSpPr>
          <p:cNvPr id="15" name="TextBox 14"/>
          <p:cNvSpPr txBox="1"/>
          <p:nvPr/>
        </p:nvSpPr>
        <p:spPr>
          <a:xfrm>
            <a:off x="4907200" y="3294480"/>
            <a:ext cx="6674552" cy="780000"/>
          </a:xfrm>
          <a:prstGeom prst="rect">
            <a:avLst/>
          </a:prstGeom>
          <a:noFill/>
        </p:spPr>
        <p:txBody>
          <a:bodyPr wrap="square" lIns="0" tIns="0" rIns="0" bIns="0" anchor="ctr">
            <a:spAutoFit/>
          </a:bodyPr>
          <a:lstStyle/>
          <a:p>
            <a:pPr algn="l"/>
            <a:r>
              <a:rPr sz="1250" b="0" i="0">
                <a:solidFill>
                  <a:srgbClr val="333333"/>
                </a:solidFill>
                <a:latin typeface="Inter"/>
              </a:rPr>
              <a:t>Internal or conditional use; not yet certified.</a:t>
            </a:r>
          </a:p>
        </p:txBody>
      </p:sp>
      <p:sp>
        <p:nvSpPr>
          <p:cNvPr id="16" name="Rounded Rectangle 15"/>
          <p:cNvSpPr/>
          <p:nvPr/>
        </p:nvSpPr>
        <p:spPr>
          <a:xfrm>
            <a:off x="457200" y="4164480"/>
            <a:ext cx="11274552" cy="78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ounded Rectangle 16"/>
          <p:cNvSpPr/>
          <p:nvPr/>
        </p:nvSpPr>
        <p:spPr>
          <a:xfrm>
            <a:off x="577200" y="4304480"/>
            <a:ext cx="2400000" cy="500000"/>
          </a:xfrm>
          <a:prstGeom prst="roundRect">
            <a:avLst>
              <a:gd name="adj" fmla="val 14000"/>
            </a:avLst>
          </a:prstGeom>
          <a:solidFill>
            <a:srgbClr val="FF8A3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Provisional</a:t>
            </a:r>
          </a:p>
        </p:txBody>
      </p:sp>
      <p:sp>
        <p:nvSpPr>
          <p:cNvPr id="18" name="TextBox 17"/>
          <p:cNvSpPr txBox="1"/>
          <p:nvPr/>
        </p:nvSpPr>
        <p:spPr>
          <a:xfrm>
            <a:off x="3207200" y="4164480"/>
            <a:ext cx="1500000" cy="780000"/>
          </a:xfrm>
          <a:prstGeom prst="rect">
            <a:avLst/>
          </a:prstGeom>
          <a:noFill/>
        </p:spPr>
        <p:txBody>
          <a:bodyPr wrap="square" lIns="0" tIns="0" rIns="0" bIns="0" anchor="ctr">
            <a:spAutoFit/>
          </a:bodyPr>
          <a:lstStyle/>
          <a:p>
            <a:pPr algn="l"/>
            <a:r>
              <a:rPr sz="1700" b="1" i="0">
                <a:solidFill>
                  <a:srgbClr val="3B3758"/>
                </a:solidFill>
                <a:latin typeface="Inter SemiBold"/>
              </a:rPr>
              <a:t>40–59</a:t>
            </a:r>
          </a:p>
        </p:txBody>
      </p:sp>
      <p:sp>
        <p:nvSpPr>
          <p:cNvPr id="19" name="TextBox 18"/>
          <p:cNvSpPr txBox="1"/>
          <p:nvPr/>
        </p:nvSpPr>
        <p:spPr>
          <a:xfrm>
            <a:off x="4907200" y="4164480"/>
            <a:ext cx="6674552" cy="780000"/>
          </a:xfrm>
          <a:prstGeom prst="rect">
            <a:avLst/>
          </a:prstGeom>
          <a:noFill/>
        </p:spPr>
        <p:txBody>
          <a:bodyPr wrap="square" lIns="0" tIns="0" rIns="0" bIns="0" anchor="ctr">
            <a:spAutoFit/>
          </a:bodyPr>
          <a:lstStyle/>
          <a:p>
            <a:pPr algn="l"/>
            <a:r>
              <a:rPr sz="1250" b="0" i="0">
                <a:solidFill>
                  <a:srgbClr val="333333"/>
                </a:solidFill>
                <a:latin typeface="Inter"/>
              </a:rPr>
              <a:t>Exploratory only; significant gaps.</a:t>
            </a:r>
          </a:p>
        </p:txBody>
      </p:sp>
      <p:sp>
        <p:nvSpPr>
          <p:cNvPr id="20" name="Rounded Rectangle 19"/>
          <p:cNvSpPr/>
          <p:nvPr/>
        </p:nvSpPr>
        <p:spPr>
          <a:xfrm>
            <a:off x="457200" y="5034480"/>
            <a:ext cx="11274552" cy="780000"/>
          </a:xfrm>
          <a:prstGeom prst="roundRect">
            <a:avLst>
              <a:gd name="adj" fmla="val 5000"/>
            </a:avLst>
          </a:prstGeom>
          <a:solidFill>
            <a:srgbClr val="FFFFFF"/>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Rounded Rectangle 20"/>
          <p:cNvSpPr/>
          <p:nvPr/>
        </p:nvSpPr>
        <p:spPr>
          <a:xfrm>
            <a:off x="577200" y="5174480"/>
            <a:ext cx="2400000" cy="500000"/>
          </a:xfrm>
          <a:prstGeom prst="roundRect">
            <a:avLst>
              <a:gd name="adj" fmla="val 14000"/>
            </a:avLst>
          </a:prstGeom>
          <a:solidFill>
            <a:srgbClr val="C01F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At Risk</a:t>
            </a:r>
          </a:p>
        </p:txBody>
      </p:sp>
      <p:sp>
        <p:nvSpPr>
          <p:cNvPr id="22" name="TextBox 21"/>
          <p:cNvSpPr txBox="1"/>
          <p:nvPr/>
        </p:nvSpPr>
        <p:spPr>
          <a:xfrm>
            <a:off x="3207200" y="5034480"/>
            <a:ext cx="1500000" cy="780000"/>
          </a:xfrm>
          <a:prstGeom prst="rect">
            <a:avLst/>
          </a:prstGeom>
          <a:noFill/>
        </p:spPr>
        <p:txBody>
          <a:bodyPr wrap="square" lIns="0" tIns="0" rIns="0" bIns="0" anchor="ctr">
            <a:spAutoFit/>
          </a:bodyPr>
          <a:lstStyle/>
          <a:p>
            <a:pPr algn="l"/>
            <a:r>
              <a:rPr sz="1700" b="1" i="0">
                <a:solidFill>
                  <a:srgbClr val="3B3758"/>
                </a:solidFill>
                <a:latin typeface="Inter SemiBold"/>
              </a:rPr>
              <a:t>0–39</a:t>
            </a:r>
          </a:p>
        </p:txBody>
      </p:sp>
      <p:sp>
        <p:nvSpPr>
          <p:cNvPr id="23" name="TextBox 22"/>
          <p:cNvSpPr txBox="1"/>
          <p:nvPr/>
        </p:nvSpPr>
        <p:spPr>
          <a:xfrm>
            <a:off x="4907200" y="5034480"/>
            <a:ext cx="6674552" cy="780000"/>
          </a:xfrm>
          <a:prstGeom prst="rect">
            <a:avLst/>
          </a:prstGeom>
          <a:noFill/>
        </p:spPr>
        <p:txBody>
          <a:bodyPr wrap="square" lIns="0" tIns="0" rIns="0" bIns="0" anchor="ctr">
            <a:spAutoFit/>
          </a:bodyPr>
          <a:lstStyle/>
          <a:p>
            <a:pPr algn="l"/>
            <a:r>
              <a:rPr sz="1250" b="0" i="0">
                <a:solidFill>
                  <a:srgbClr val="333333"/>
                </a:solidFill>
                <a:latin typeface="Inter"/>
              </a:rPr>
              <a:t>Not for decision-making until gaps close.</a:t>
            </a:r>
          </a:p>
        </p:txBody>
      </p:sp>
      <p:sp>
        <p:nvSpPr>
          <p:cNvPr id="25" name="TextBox 24"/>
          <p:cNvSpPr txBox="1"/>
          <p:nvPr/>
        </p:nvSpPr>
        <p:spPr>
          <a:xfrm>
            <a:off x="9480000" y="6265000"/>
            <a:ext cx="520000" cy="240000"/>
          </a:xfrm>
          <a:prstGeom prst="rect">
            <a:avLst/>
          </a:prstGeom>
          <a:noFill/>
        </p:spPr>
        <p:txBody>
          <a:bodyPr wrap="square" lIns="0" tIns="0" rIns="0" bIns="0" anchor="ctr">
            <a:spAutoFit/>
          </a:bodyPr>
          <a:lstStyle/>
          <a:p>
            <a:pPr algn="r"/>
            <a:r>
              <a:rPr sz="850" b="0" i="0">
                <a:solidFill>
                  <a:srgbClr val="6B6B6B"/>
                </a:solidFill>
                <a:latin typeface="Inter"/>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1274552" cy="274320"/>
          </a:xfrm>
          <a:prstGeom prst="rect">
            <a:avLst/>
          </a:prstGeom>
          <a:noFill/>
        </p:spPr>
        <p:txBody>
          <a:bodyPr wrap="square" lIns="0" tIns="0" rIns="0" bIns="0" anchor="t">
            <a:spAutoFit/>
          </a:bodyPr>
          <a:lstStyle/>
          <a:p>
            <a:pPr algn="l"/>
            <a:r>
              <a:rPr sz="1200" b="1" i="0">
                <a:solidFill>
                  <a:srgbClr val="0022AF"/>
                </a:solidFill>
                <a:latin typeface="Inter SemiBold"/>
              </a:rPr>
              <a:t>PILOT FINDINGS</a:t>
            </a:r>
          </a:p>
        </p:txBody>
      </p:sp>
      <p:sp>
        <p:nvSpPr>
          <p:cNvPr id="3" name="TextBox 2"/>
          <p:cNvSpPr txBox="1"/>
          <p:nvPr/>
        </p:nvSpPr>
        <p:spPr>
          <a:xfrm>
            <a:off x="457200" y="658368"/>
            <a:ext cx="11274552" cy="685800"/>
          </a:xfrm>
          <a:prstGeom prst="rect">
            <a:avLst/>
          </a:prstGeom>
          <a:noFill/>
        </p:spPr>
        <p:txBody>
          <a:bodyPr wrap="square" lIns="0" tIns="0" rIns="0" bIns="0" anchor="t">
            <a:spAutoFit/>
          </a:bodyPr>
          <a:lstStyle/>
          <a:p>
            <a:pPr algn="l"/>
            <a:r>
              <a:rPr sz="2800" b="1" i="0">
                <a:solidFill>
                  <a:srgbClr val="3B3758"/>
                </a:solidFill>
                <a:latin typeface="Inter SemiBold"/>
              </a:rPr>
              <a:t>What the two P&amp;C staging views scored</a:t>
            </a:r>
          </a:p>
        </p:txBody>
      </p:sp>
      <p:sp>
        <p:nvSpPr>
          <p:cNvPr id="4" name="Rounded Rectangle 3"/>
          <p:cNvSpPr/>
          <p:nvPr/>
        </p:nvSpPr>
        <p:spPr>
          <a:xfrm>
            <a:off x="457200" y="1554480"/>
            <a:ext cx="3566160" cy="200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200000" tIns="170000" rIns="160000" bIns="140000" rtlCol="0" anchor="t"/>
          <a:lstStyle/>
          <a:p>
            <a:pPr algn="l">
              <a:spcAft>
                <a:spcPts val="1000"/>
              </a:spcAft>
            </a:pPr>
            <a:r>
              <a:rPr sz="1200" b="1" i="0" dirty="0">
                <a:solidFill>
                  <a:srgbClr val="3B3758"/>
                </a:solidFill>
                <a:latin typeface="Inter SemiBold"/>
              </a:rPr>
              <a:t>STG_POSITION_REPORT_VW</a:t>
            </a:r>
          </a:p>
          <a:p>
            <a:pPr algn="l">
              <a:spcAft>
                <a:spcPts val="600"/>
              </a:spcAft>
            </a:pPr>
            <a:r>
              <a:rPr lang="en-US" sz="4800" b="1" i="0" dirty="0">
                <a:solidFill>
                  <a:srgbClr val="3B3758"/>
                </a:solidFill>
                <a:latin typeface="Inter SemiBold"/>
              </a:rPr>
              <a:t>31.2</a:t>
            </a:r>
            <a:endParaRPr sz="4800" b="1" i="0" dirty="0">
              <a:solidFill>
                <a:srgbClr val="3B3758"/>
              </a:solidFill>
              <a:latin typeface="Inter SemiBold"/>
            </a:endParaRPr>
          </a:p>
          <a:p>
            <a:pPr algn="l"/>
            <a:r>
              <a:rPr sz="1200" b="0" i="0" dirty="0">
                <a:solidFill>
                  <a:srgbClr val="6B6B6B"/>
                </a:solidFill>
                <a:latin typeface="Inter"/>
              </a:rPr>
              <a:t>At Risk  ·  / 100</a:t>
            </a:r>
          </a:p>
        </p:txBody>
      </p:sp>
      <p:sp>
        <p:nvSpPr>
          <p:cNvPr id="5" name="Rounded Rectangle 4"/>
          <p:cNvSpPr/>
          <p:nvPr/>
        </p:nvSpPr>
        <p:spPr>
          <a:xfrm>
            <a:off x="4329156" y="1554480"/>
            <a:ext cx="3566160" cy="200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200000" tIns="170000" rIns="160000" bIns="140000" rtlCol="0" anchor="t"/>
          <a:lstStyle/>
          <a:p>
            <a:pPr algn="l">
              <a:spcAft>
                <a:spcPts val="1000"/>
              </a:spcAft>
            </a:pPr>
            <a:r>
              <a:rPr sz="1200" b="1" i="0" dirty="0">
                <a:solidFill>
                  <a:srgbClr val="3B3758"/>
                </a:solidFill>
                <a:latin typeface="Inter SemiBold"/>
              </a:rPr>
              <a:t>STG_TRENDED_REPORT_VW</a:t>
            </a:r>
          </a:p>
          <a:p>
            <a:pPr algn="l">
              <a:spcAft>
                <a:spcPts val="600"/>
              </a:spcAft>
            </a:pPr>
            <a:r>
              <a:rPr lang="en-US" sz="4800" b="1" i="0" dirty="0">
                <a:solidFill>
                  <a:srgbClr val="3B3758"/>
                </a:solidFill>
                <a:latin typeface="Inter SemiBold"/>
              </a:rPr>
              <a:t>38.4</a:t>
            </a:r>
            <a:endParaRPr sz="4800" b="1" i="0" dirty="0">
              <a:solidFill>
                <a:srgbClr val="3B3758"/>
              </a:solidFill>
              <a:latin typeface="Inter SemiBold"/>
            </a:endParaRPr>
          </a:p>
          <a:p>
            <a:pPr algn="l"/>
            <a:r>
              <a:rPr sz="1200" b="0" i="0" dirty="0">
                <a:solidFill>
                  <a:srgbClr val="6B6B6B"/>
                </a:solidFill>
                <a:latin typeface="Inter"/>
              </a:rPr>
              <a:t>At Risk  ·  / 100</a:t>
            </a:r>
          </a:p>
        </p:txBody>
      </p:sp>
      <p:sp>
        <p:nvSpPr>
          <p:cNvPr id="6" name="Rounded Rectangle 5"/>
          <p:cNvSpPr/>
          <p:nvPr/>
        </p:nvSpPr>
        <p:spPr>
          <a:xfrm>
            <a:off x="8201112" y="1554480"/>
            <a:ext cx="3566160" cy="2000000"/>
          </a:xfrm>
          <a:prstGeom prst="roundRect">
            <a:avLst>
              <a:gd name="adj" fmla="val 5000"/>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200000" tIns="170000" rIns="160000" bIns="140000" rtlCol="0" anchor="t"/>
          <a:lstStyle/>
          <a:p>
            <a:pPr algn="l">
              <a:spcAft>
                <a:spcPts val="1000"/>
              </a:spcAft>
            </a:pPr>
            <a:r>
              <a:rPr sz="1200" b="1" i="0">
                <a:solidFill>
                  <a:srgbClr val="FFFFFF"/>
                </a:solidFill>
                <a:latin typeface="Inter SemiBold"/>
              </a:rPr>
              <a:t>Measurable ceiling today</a:t>
            </a:r>
          </a:p>
          <a:p>
            <a:pPr algn="l">
              <a:spcAft>
                <a:spcPts val="600"/>
              </a:spcAft>
            </a:pPr>
            <a:r>
              <a:rPr sz="4800" b="1" i="0">
                <a:solidFill>
                  <a:srgbClr val="FFFFFF"/>
                </a:solidFill>
                <a:latin typeface="Inter SemiBold"/>
              </a:rPr>
              <a:t>41</a:t>
            </a:r>
          </a:p>
          <a:p>
            <a:pPr algn="l"/>
            <a:r>
              <a:rPr sz="1200" b="0" i="0">
                <a:solidFill>
                  <a:srgbClr val="E5EEFB"/>
                </a:solidFill>
                <a:latin typeface="Inter"/>
              </a:rPr>
              <a:t>of 100 is even achievable now</a:t>
            </a:r>
          </a:p>
        </p:txBody>
      </p:sp>
      <p:sp>
        <p:nvSpPr>
          <p:cNvPr id="7" name="Rounded Rectangle 6"/>
          <p:cNvSpPr/>
          <p:nvPr/>
        </p:nvSpPr>
        <p:spPr>
          <a:xfrm>
            <a:off x="457200" y="3820000"/>
            <a:ext cx="11274552" cy="1560000"/>
          </a:xfrm>
          <a:prstGeom prst="roundRect">
            <a:avLst>
              <a:gd name="adj" fmla="val 4000"/>
            </a:avLst>
          </a:prstGeom>
          <a:solidFill>
            <a:srgbClr val="0021B0"/>
          </a:solidFill>
          <a:ln>
            <a:noFill/>
          </a:ln>
          <a:effectLst/>
        </p:spPr>
        <p:style>
          <a:lnRef idx="1">
            <a:schemeClr val="accent1"/>
          </a:lnRef>
          <a:fillRef idx="3">
            <a:schemeClr val="accent1"/>
          </a:fillRef>
          <a:effectRef idx="2">
            <a:schemeClr val="accent1"/>
          </a:effectRef>
          <a:fontRef idx="minor">
            <a:schemeClr val="lt1"/>
          </a:fontRef>
        </p:style>
        <p:txBody>
          <a:bodyPr wrap="square" lIns="430000" tIns="150000" rIns="430000" bIns="150000" rtlCol="0" anchor="ctr"/>
          <a:lstStyle/>
          <a:p>
            <a:pPr algn="l">
              <a:spcAft>
                <a:spcPts val="800"/>
              </a:spcAft>
            </a:pPr>
            <a:r>
              <a:rPr sz="1200" b="1" i="0">
                <a:solidFill>
                  <a:srgbClr val="BFD0FF"/>
                </a:solidFill>
                <a:latin typeface="Inter SemiBold"/>
              </a:rPr>
              <a:t>THE TAKEAWAY</a:t>
            </a:r>
          </a:p>
          <a:p>
            <a:pPr algn="l">
              <a:lnSpc>
                <a:spcPct val="118000"/>
              </a:lnSpc>
            </a:pPr>
            <a:r>
              <a:rPr sz="1400" b="0" i="0">
                <a:solidFill>
                  <a:srgbClr val="FFFFFF"/>
                </a:solidFill>
                <a:latin typeface="Inter"/>
              </a:rPr>
              <a:t>The low scores are about coverage, not the model. Only Ownership, Source, Definitions and Classification carry any signal today. The other six dimensions (59 of 100 points) aren't captured yet. Close that gap and these datasets can reach Certified.</a:t>
            </a:r>
          </a:p>
        </p:txBody>
      </p:sp>
      <p:sp>
        <p:nvSpPr>
          <p:cNvPr id="9" name="TextBox 8"/>
          <p:cNvSpPr txBox="1"/>
          <p:nvPr/>
        </p:nvSpPr>
        <p:spPr>
          <a:xfrm>
            <a:off x="9480000" y="6265000"/>
            <a:ext cx="520000" cy="240000"/>
          </a:xfrm>
          <a:prstGeom prst="rect">
            <a:avLst/>
          </a:prstGeom>
          <a:noFill/>
        </p:spPr>
        <p:txBody>
          <a:bodyPr wrap="square" lIns="0" tIns="0" rIns="0" bIns="0" anchor="ctr">
            <a:spAutoFit/>
          </a:bodyPr>
          <a:lstStyle/>
          <a:p>
            <a:pPr algn="r"/>
            <a:r>
              <a:rPr sz="850" b="0" i="0">
                <a:solidFill>
                  <a:srgbClr val="6B6B6B"/>
                </a:solidFill>
                <a:latin typeface="Inter"/>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1274552" cy="274320"/>
          </a:xfrm>
          <a:prstGeom prst="rect">
            <a:avLst/>
          </a:prstGeom>
          <a:noFill/>
        </p:spPr>
        <p:txBody>
          <a:bodyPr wrap="square" lIns="0" tIns="0" rIns="0" bIns="0" anchor="t">
            <a:spAutoFit/>
          </a:bodyPr>
          <a:lstStyle/>
          <a:p>
            <a:pPr algn="l"/>
            <a:r>
              <a:rPr sz="1200" b="1" i="0">
                <a:solidFill>
                  <a:srgbClr val="0022AF"/>
                </a:solidFill>
                <a:latin typeface="Inter SemiBold"/>
              </a:rPr>
              <a:t>OPEN ITEM · CRITICAL</a:t>
            </a:r>
          </a:p>
        </p:txBody>
      </p:sp>
      <p:sp>
        <p:nvSpPr>
          <p:cNvPr id="3" name="TextBox 2"/>
          <p:cNvSpPr txBox="1"/>
          <p:nvPr/>
        </p:nvSpPr>
        <p:spPr>
          <a:xfrm>
            <a:off x="457200" y="658368"/>
            <a:ext cx="11274552" cy="685800"/>
          </a:xfrm>
          <a:prstGeom prst="rect">
            <a:avLst/>
          </a:prstGeom>
          <a:noFill/>
        </p:spPr>
        <p:txBody>
          <a:bodyPr wrap="square" lIns="0" tIns="0" rIns="0" bIns="0" anchor="t">
            <a:spAutoFit/>
          </a:bodyPr>
          <a:lstStyle/>
          <a:p>
            <a:pPr algn="l"/>
            <a:r>
              <a:rPr sz="2500" b="1" i="0">
                <a:solidFill>
                  <a:srgbClr val="3B3758"/>
                </a:solidFill>
                <a:latin typeface="Inter SemiBold"/>
              </a:rPr>
              <a:t>Technology: where does the Trust Score come from?</a:t>
            </a:r>
          </a:p>
        </p:txBody>
      </p:sp>
      <p:sp>
        <p:nvSpPr>
          <p:cNvPr id="4" name="TextBox 3"/>
          <p:cNvSpPr txBox="1"/>
          <p:nvPr/>
        </p:nvSpPr>
        <p:spPr>
          <a:xfrm>
            <a:off x="457200" y="1470000"/>
            <a:ext cx="11274552" cy="460000"/>
          </a:xfrm>
          <a:prstGeom prst="rect">
            <a:avLst/>
          </a:prstGeom>
          <a:noFill/>
        </p:spPr>
        <p:txBody>
          <a:bodyPr wrap="square" lIns="0" tIns="0" rIns="0" bIns="0" anchor="t">
            <a:spAutoFit/>
          </a:bodyPr>
          <a:lstStyle/>
          <a:p>
            <a:pPr algn="l">
              <a:lnSpc>
                <a:spcPct val="112000"/>
              </a:lnSpc>
            </a:pPr>
            <a:r>
              <a:rPr sz="1300" b="0" i="0">
                <a:solidFill>
                  <a:srgbClr val="333333"/>
                </a:solidFill>
                <a:latin typeface="Inter"/>
              </a:rPr>
              <a:t>The signals live in three disconnected systems today. There's no integrated pipeline, so scores have to be assembled by hand across all three. That won't scale.</a:t>
            </a:r>
          </a:p>
        </p:txBody>
      </p:sp>
      <p:sp>
        <p:nvSpPr>
          <p:cNvPr id="5" name="Rounded Rectangle 4"/>
          <p:cNvSpPr/>
          <p:nvPr/>
        </p:nvSpPr>
        <p:spPr>
          <a:xfrm>
            <a:off x="457200" y="2080000"/>
            <a:ext cx="3566160" cy="1500000"/>
          </a:xfrm>
          <a:prstGeom prst="roundRect">
            <a:avLst>
              <a:gd name="adj" fmla="val 55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90000" tIns="150000" rIns="150000" bIns="120000" rtlCol="0" anchor="t"/>
          <a:lstStyle/>
          <a:p>
            <a:pPr algn="l">
              <a:spcAft>
                <a:spcPts val="500"/>
              </a:spcAft>
            </a:pPr>
            <a:r>
              <a:rPr sz="1500" b="1" i="0" dirty="0">
                <a:solidFill>
                  <a:srgbClr val="3B3758"/>
                </a:solidFill>
                <a:latin typeface="Inter SemiBold"/>
              </a:rPr>
              <a:t>Informatica IDQ</a:t>
            </a:r>
          </a:p>
          <a:p>
            <a:pPr algn="l">
              <a:spcAft>
                <a:spcPts val="500"/>
              </a:spcAft>
            </a:pPr>
            <a:r>
              <a:rPr sz="1250" b="1" i="0" dirty="0">
                <a:solidFill>
                  <a:schemeClr val="accent1"/>
                </a:solidFill>
                <a:latin typeface="Inter SemiBold"/>
              </a:rPr>
              <a:t>Data Quality</a:t>
            </a:r>
          </a:p>
          <a:p>
            <a:pPr algn="l">
              <a:lnSpc>
                <a:spcPct val="105000"/>
              </a:lnSpc>
            </a:pPr>
            <a:r>
              <a:rPr sz="1100" b="0" i="0" dirty="0">
                <a:solidFill>
                  <a:srgbClr val="333333"/>
                </a:solidFill>
                <a:latin typeface="Inter"/>
              </a:rPr>
              <a:t>DQ rules and dimension scoring</a:t>
            </a:r>
          </a:p>
        </p:txBody>
      </p:sp>
      <p:sp>
        <p:nvSpPr>
          <p:cNvPr id="6" name="Rounded Rectangle 5"/>
          <p:cNvSpPr/>
          <p:nvPr/>
        </p:nvSpPr>
        <p:spPr>
          <a:xfrm>
            <a:off x="4329156" y="2080000"/>
            <a:ext cx="3566160" cy="1500000"/>
          </a:xfrm>
          <a:prstGeom prst="roundRect">
            <a:avLst>
              <a:gd name="adj" fmla="val 55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90000" tIns="150000" rIns="150000" bIns="120000" rtlCol="0" anchor="t"/>
          <a:lstStyle/>
          <a:p>
            <a:pPr algn="l">
              <a:spcAft>
                <a:spcPts val="500"/>
              </a:spcAft>
            </a:pPr>
            <a:r>
              <a:rPr sz="1500" b="1" i="0" dirty="0">
                <a:solidFill>
                  <a:srgbClr val="3B3758"/>
                </a:solidFill>
                <a:latin typeface="Inter SemiBold"/>
              </a:rPr>
              <a:t>Snowflake</a:t>
            </a:r>
          </a:p>
          <a:p>
            <a:pPr algn="l">
              <a:spcAft>
                <a:spcPts val="500"/>
              </a:spcAft>
            </a:pPr>
            <a:r>
              <a:rPr sz="1250" b="1" i="0" dirty="0">
                <a:solidFill>
                  <a:schemeClr val="accent1"/>
                </a:solidFill>
                <a:latin typeface="Inter SemiBold"/>
              </a:rPr>
              <a:t>Data Observability</a:t>
            </a:r>
          </a:p>
          <a:p>
            <a:pPr algn="l">
              <a:lnSpc>
                <a:spcPct val="105000"/>
              </a:lnSpc>
            </a:pPr>
            <a:r>
              <a:rPr sz="1100" b="0" i="0" dirty="0">
                <a:solidFill>
                  <a:srgbClr val="333333"/>
                </a:solidFill>
                <a:latin typeface="Inter"/>
              </a:rPr>
              <a:t>Freshness, volume, schema drift</a:t>
            </a:r>
          </a:p>
        </p:txBody>
      </p:sp>
      <p:sp>
        <p:nvSpPr>
          <p:cNvPr id="7" name="Rounded Rectangle 6"/>
          <p:cNvSpPr/>
          <p:nvPr/>
        </p:nvSpPr>
        <p:spPr>
          <a:xfrm>
            <a:off x="8201112" y="2080000"/>
            <a:ext cx="3566160" cy="1500000"/>
          </a:xfrm>
          <a:prstGeom prst="roundRect">
            <a:avLst>
              <a:gd name="adj" fmla="val 55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190000" tIns="150000" rIns="150000" bIns="120000" rtlCol="0" anchor="t"/>
          <a:lstStyle/>
          <a:p>
            <a:pPr algn="l">
              <a:spcAft>
                <a:spcPts val="500"/>
              </a:spcAft>
            </a:pPr>
            <a:r>
              <a:rPr sz="1500" b="1" i="0" dirty="0">
                <a:solidFill>
                  <a:srgbClr val="3B3758"/>
                </a:solidFill>
                <a:latin typeface="Inter SemiBold"/>
              </a:rPr>
              <a:t>Collibra</a:t>
            </a:r>
          </a:p>
          <a:p>
            <a:pPr algn="l">
              <a:spcAft>
                <a:spcPts val="500"/>
              </a:spcAft>
            </a:pPr>
            <a:r>
              <a:rPr sz="1250" b="1" i="0" dirty="0">
                <a:solidFill>
                  <a:schemeClr val="accent1"/>
                </a:solidFill>
                <a:latin typeface="Inter SemiBold"/>
              </a:rPr>
              <a:t>Governance</a:t>
            </a:r>
          </a:p>
          <a:p>
            <a:pPr algn="l">
              <a:lnSpc>
                <a:spcPct val="105000"/>
              </a:lnSpc>
            </a:pPr>
            <a:r>
              <a:rPr sz="1100" b="0" i="0" dirty="0">
                <a:solidFill>
                  <a:srgbClr val="333333"/>
                </a:solidFill>
                <a:latin typeface="Inter"/>
              </a:rPr>
              <a:t>Ownership, lineage, definitions, classification</a:t>
            </a:r>
          </a:p>
        </p:txBody>
      </p:sp>
      <p:sp>
        <p:nvSpPr>
          <p:cNvPr id="8" name="Rounded Rectangle 7"/>
          <p:cNvSpPr/>
          <p:nvPr/>
        </p:nvSpPr>
        <p:spPr>
          <a:xfrm>
            <a:off x="457200" y="3760000"/>
            <a:ext cx="5450000" cy="1180000"/>
          </a:xfrm>
          <a:prstGeom prst="roundRect">
            <a:avLst>
              <a:gd name="adj" fmla="val 5000"/>
            </a:avLst>
          </a:prstGeom>
          <a:solidFill>
            <a:srgbClr val="0021B0"/>
          </a:solidFill>
          <a:ln>
            <a:noFill/>
          </a:ln>
          <a:effectLst/>
        </p:spPr>
        <p:style>
          <a:lnRef idx="1">
            <a:schemeClr val="accent1"/>
          </a:lnRef>
          <a:fillRef idx="3">
            <a:schemeClr val="accent1"/>
          </a:fillRef>
          <a:effectRef idx="2">
            <a:schemeClr val="accent1"/>
          </a:effectRef>
          <a:fontRef idx="minor">
            <a:schemeClr val="lt1"/>
          </a:fontRef>
        </p:style>
        <p:txBody>
          <a:bodyPr wrap="square" lIns="280000" tIns="150000" rIns="240000" bIns="130000" rtlCol="0" anchor="t"/>
          <a:lstStyle/>
          <a:p>
            <a:pPr algn="l">
              <a:spcAft>
                <a:spcPts val="700"/>
              </a:spcAft>
            </a:pPr>
            <a:r>
              <a:rPr sz="1200" b="1" i="0">
                <a:solidFill>
                  <a:srgbClr val="BFD0FF"/>
                </a:solidFill>
                <a:latin typeface="Inter SemiBold"/>
              </a:rPr>
              <a:t>NOW</a:t>
            </a:r>
          </a:p>
          <a:p>
            <a:pPr algn="l">
              <a:lnSpc>
                <a:spcPct val="112000"/>
              </a:lnSpc>
            </a:pPr>
            <a:r>
              <a:rPr sz="1250" b="0" i="0">
                <a:solidFill>
                  <a:srgbClr val="FFFFFF"/>
                </a:solidFill>
                <a:latin typeface="Inter"/>
              </a:rPr>
              <a:t>Stand up a lightweight interim scoring process, manual or semi-automated, so the Trust Score is usable now.</a:t>
            </a:r>
          </a:p>
        </p:txBody>
      </p:sp>
      <p:sp>
        <p:nvSpPr>
          <p:cNvPr id="9" name="Rounded Rectangle 8"/>
          <p:cNvSpPr/>
          <p:nvPr/>
        </p:nvSpPr>
        <p:spPr>
          <a:xfrm>
            <a:off x="6284752" y="3760000"/>
            <a:ext cx="5450000" cy="1180000"/>
          </a:xfrm>
          <a:prstGeom prst="roundRect">
            <a:avLst>
              <a:gd name="adj" fmla="val 5000"/>
            </a:avLst>
          </a:prstGeom>
          <a:solidFill>
            <a:srgbClr val="3B3758"/>
          </a:solidFill>
          <a:ln>
            <a:noFill/>
          </a:ln>
          <a:effectLst/>
        </p:spPr>
        <p:style>
          <a:lnRef idx="1">
            <a:schemeClr val="accent1"/>
          </a:lnRef>
          <a:fillRef idx="3">
            <a:schemeClr val="accent1"/>
          </a:fillRef>
          <a:effectRef idx="2">
            <a:schemeClr val="accent1"/>
          </a:effectRef>
          <a:fontRef idx="minor">
            <a:schemeClr val="lt1"/>
          </a:fontRef>
        </p:style>
        <p:txBody>
          <a:bodyPr wrap="square" lIns="280000" tIns="150000" rIns="240000" bIns="130000" rtlCol="0" anchor="t"/>
          <a:lstStyle/>
          <a:p>
            <a:pPr algn="l">
              <a:spcAft>
                <a:spcPts val="700"/>
              </a:spcAft>
            </a:pPr>
            <a:r>
              <a:rPr sz="1200" b="1" i="0">
                <a:solidFill>
                  <a:srgbClr val="BFD0FF"/>
                </a:solidFill>
                <a:latin typeface="Inter SemiBold"/>
              </a:rPr>
              <a:t>LATER</a:t>
            </a:r>
          </a:p>
          <a:p>
            <a:pPr algn="l">
              <a:lnSpc>
                <a:spcPct val="112000"/>
              </a:lnSpc>
            </a:pPr>
            <a:r>
              <a:rPr sz="1250" b="0" i="0">
                <a:solidFill>
                  <a:srgbClr val="FFFFFF"/>
                </a:solidFill>
                <a:latin typeface="Inter"/>
              </a:rPr>
              <a:t>Build an integrated pipeline that pulls signals from all three systems automatically.</a:t>
            </a:r>
          </a:p>
        </p:txBody>
      </p:sp>
      <p:sp>
        <p:nvSpPr>
          <p:cNvPr id="10" name="TextBox 9"/>
          <p:cNvSpPr txBox="1"/>
          <p:nvPr/>
        </p:nvSpPr>
        <p:spPr>
          <a:xfrm>
            <a:off x="457200" y="5080000"/>
            <a:ext cx="11274552" cy="420000"/>
          </a:xfrm>
          <a:prstGeom prst="rect">
            <a:avLst/>
          </a:prstGeom>
          <a:noFill/>
        </p:spPr>
        <p:txBody>
          <a:bodyPr wrap="square" lIns="0" tIns="0" rIns="0" bIns="0" anchor="ctr">
            <a:spAutoFit/>
          </a:bodyPr>
          <a:lstStyle/>
          <a:p>
            <a:pPr algn="l"/>
            <a:r>
              <a:rPr sz="1350" b="1" i="0">
                <a:solidFill>
                  <a:srgbClr val="C01F2E"/>
                </a:solidFill>
                <a:latin typeface="Inter SemiBold"/>
              </a:rPr>
              <a:t>Decision needed:  </a:t>
            </a:r>
            <a:r>
              <a:rPr sz="1350" b="0" i="0">
                <a:solidFill>
                  <a:srgbClr val="3B3758"/>
                </a:solidFill>
                <a:latin typeface="Inter"/>
              </a:rPr>
              <a:t>leadership needs to agree who owns the interim work, the timeline, and the budget before we can scope the long-term build.</a:t>
            </a:r>
          </a:p>
        </p:txBody>
      </p:sp>
      <p:sp>
        <p:nvSpPr>
          <p:cNvPr id="12" name="TextBox 11"/>
          <p:cNvSpPr txBox="1"/>
          <p:nvPr/>
        </p:nvSpPr>
        <p:spPr>
          <a:xfrm>
            <a:off x="9480000" y="6265000"/>
            <a:ext cx="520000" cy="240000"/>
          </a:xfrm>
          <a:prstGeom prst="rect">
            <a:avLst/>
          </a:prstGeom>
          <a:noFill/>
        </p:spPr>
        <p:txBody>
          <a:bodyPr wrap="square" lIns="0" tIns="0" rIns="0" bIns="0" anchor="ctr">
            <a:spAutoFit/>
          </a:bodyPr>
          <a:lstStyle/>
          <a:p>
            <a:pPr algn="r"/>
            <a:r>
              <a:rPr sz="850" b="0" i="0">
                <a:solidFill>
                  <a:srgbClr val="6B6B6B"/>
                </a:solidFill>
                <a:latin typeface="Inter"/>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1274552" cy="274320"/>
          </a:xfrm>
          <a:prstGeom prst="rect">
            <a:avLst/>
          </a:prstGeom>
          <a:noFill/>
        </p:spPr>
        <p:txBody>
          <a:bodyPr wrap="square" lIns="0" tIns="0" rIns="0" bIns="0" anchor="t">
            <a:spAutoFit/>
          </a:bodyPr>
          <a:lstStyle/>
          <a:p>
            <a:pPr algn="l"/>
            <a:r>
              <a:rPr sz="1200" b="1" i="0">
                <a:solidFill>
                  <a:srgbClr val="0022AF"/>
                </a:solidFill>
                <a:latin typeface="Inter SemiBold"/>
              </a:rPr>
              <a:t>WHAT WE NEED FROM YOU</a:t>
            </a:r>
          </a:p>
        </p:txBody>
      </p:sp>
      <p:sp>
        <p:nvSpPr>
          <p:cNvPr id="3" name="TextBox 2"/>
          <p:cNvSpPr txBox="1"/>
          <p:nvPr/>
        </p:nvSpPr>
        <p:spPr>
          <a:xfrm>
            <a:off x="457200" y="658368"/>
            <a:ext cx="11274552" cy="685800"/>
          </a:xfrm>
          <a:prstGeom prst="rect">
            <a:avLst/>
          </a:prstGeom>
          <a:noFill/>
        </p:spPr>
        <p:txBody>
          <a:bodyPr wrap="square" lIns="0" tIns="0" rIns="0" bIns="0" anchor="t">
            <a:spAutoFit/>
          </a:bodyPr>
          <a:lstStyle/>
          <a:p>
            <a:pPr algn="l"/>
            <a:r>
              <a:rPr sz="2800" b="1" i="0">
                <a:solidFill>
                  <a:srgbClr val="3B3758"/>
                </a:solidFill>
                <a:latin typeface="Inter SemiBold"/>
              </a:rPr>
              <a:t>Decisions to move from Discovery to Design</a:t>
            </a:r>
          </a:p>
        </p:txBody>
      </p:sp>
      <p:sp>
        <p:nvSpPr>
          <p:cNvPr id="4" name="Rounded Rectangle 3"/>
          <p:cNvSpPr/>
          <p:nvPr/>
        </p:nvSpPr>
        <p:spPr>
          <a:xfrm>
            <a:off x="457200" y="1554480"/>
            <a:ext cx="5450000" cy="133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 name="Oval 4"/>
          <p:cNvSpPr/>
          <p:nvPr/>
        </p:nvSpPr>
        <p:spPr>
          <a:xfrm>
            <a:off x="627200" y="1969480"/>
            <a:ext cx="500000" cy="50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Inter SemiBold"/>
              </a:rPr>
              <a:t>1</a:t>
            </a:r>
          </a:p>
        </p:txBody>
      </p:sp>
      <p:sp>
        <p:nvSpPr>
          <p:cNvPr id="6" name="TextBox 5"/>
          <p:cNvSpPr txBox="1"/>
          <p:nvPr/>
        </p:nvSpPr>
        <p:spPr>
          <a:xfrm>
            <a:off x="1237200" y="1644480"/>
            <a:ext cx="4500000" cy="1170000"/>
          </a:xfrm>
          <a:prstGeom prst="rect">
            <a:avLst/>
          </a:prstGeom>
          <a:noFill/>
        </p:spPr>
        <p:txBody>
          <a:bodyPr wrap="square" lIns="0" tIns="0" rIns="0" bIns="0" anchor="ctr">
            <a:spAutoFit/>
          </a:bodyPr>
          <a:lstStyle/>
          <a:p>
            <a:pPr algn="l">
              <a:spcAft>
                <a:spcPts val="400"/>
              </a:spcAft>
            </a:pPr>
            <a:r>
              <a:rPr sz="1400" b="1" i="0">
                <a:solidFill>
                  <a:srgbClr val="3B3758"/>
                </a:solidFill>
                <a:latin typeface="Inter SemiBold"/>
              </a:rPr>
              <a:t>Technology path</a:t>
            </a:r>
          </a:p>
          <a:p>
            <a:pPr algn="l">
              <a:lnSpc>
                <a:spcPct val="106000"/>
              </a:lnSpc>
            </a:pPr>
            <a:r>
              <a:rPr sz="1150" b="0" i="0">
                <a:solidFill>
                  <a:srgbClr val="333333"/>
                </a:solidFill>
                <a:latin typeface="Inter"/>
              </a:rPr>
              <a:t>Approve the interim build and name an owner, timeline and budget for the integrated pipeline.</a:t>
            </a:r>
          </a:p>
        </p:txBody>
      </p:sp>
      <p:sp>
        <p:nvSpPr>
          <p:cNvPr id="7" name="Rounded Rectangle 6"/>
          <p:cNvSpPr/>
          <p:nvPr/>
        </p:nvSpPr>
        <p:spPr>
          <a:xfrm>
            <a:off x="6284752" y="1554480"/>
            <a:ext cx="5450000" cy="133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Oval 7"/>
          <p:cNvSpPr/>
          <p:nvPr/>
        </p:nvSpPr>
        <p:spPr>
          <a:xfrm>
            <a:off x="6454752" y="1969480"/>
            <a:ext cx="500000" cy="50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dirty="0">
                <a:solidFill>
                  <a:srgbClr val="FFFFFF"/>
                </a:solidFill>
                <a:latin typeface="Inter SemiBold"/>
              </a:rPr>
              <a:t>2</a:t>
            </a:r>
          </a:p>
        </p:txBody>
      </p:sp>
      <p:sp>
        <p:nvSpPr>
          <p:cNvPr id="9" name="TextBox 8"/>
          <p:cNvSpPr txBox="1"/>
          <p:nvPr/>
        </p:nvSpPr>
        <p:spPr>
          <a:xfrm>
            <a:off x="7064752" y="1644480"/>
            <a:ext cx="4500000" cy="1170000"/>
          </a:xfrm>
          <a:prstGeom prst="rect">
            <a:avLst/>
          </a:prstGeom>
          <a:noFill/>
        </p:spPr>
        <p:txBody>
          <a:bodyPr wrap="square" lIns="0" tIns="0" rIns="0" bIns="0" anchor="ctr">
            <a:spAutoFit/>
          </a:bodyPr>
          <a:lstStyle/>
          <a:p>
            <a:pPr algn="l">
              <a:spcAft>
                <a:spcPts val="400"/>
              </a:spcAft>
            </a:pPr>
            <a:r>
              <a:rPr sz="1400" b="1" i="0">
                <a:solidFill>
                  <a:srgbClr val="3B3758"/>
                </a:solidFill>
                <a:latin typeface="Inter SemiBold"/>
              </a:rPr>
              <a:t>Weights &amp; multiplier</a:t>
            </a:r>
          </a:p>
          <a:p>
            <a:pPr algn="l">
              <a:lnSpc>
                <a:spcPct val="106000"/>
              </a:lnSpc>
            </a:pPr>
            <a:r>
              <a:rPr sz="1150" b="0" i="0">
                <a:solidFill>
                  <a:srgbClr val="333333"/>
                </a:solidFill>
                <a:latin typeface="Inter"/>
              </a:rPr>
              <a:t>Confirm the rebalanced weights and the CDE multiplier. Both are editable in the workbook.</a:t>
            </a:r>
          </a:p>
        </p:txBody>
      </p:sp>
      <p:sp>
        <p:nvSpPr>
          <p:cNvPr id="10" name="Rounded Rectangle 9"/>
          <p:cNvSpPr/>
          <p:nvPr/>
        </p:nvSpPr>
        <p:spPr>
          <a:xfrm>
            <a:off x="457200" y="2974480"/>
            <a:ext cx="5450000" cy="133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Oval 10"/>
          <p:cNvSpPr/>
          <p:nvPr/>
        </p:nvSpPr>
        <p:spPr>
          <a:xfrm>
            <a:off x="627200" y="3389480"/>
            <a:ext cx="500000" cy="50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dirty="0">
                <a:solidFill>
                  <a:srgbClr val="FFFFFF"/>
                </a:solidFill>
                <a:latin typeface="Inter SemiBold"/>
              </a:rPr>
              <a:t>3</a:t>
            </a:r>
          </a:p>
        </p:txBody>
      </p:sp>
      <p:sp>
        <p:nvSpPr>
          <p:cNvPr id="12" name="TextBox 11"/>
          <p:cNvSpPr txBox="1"/>
          <p:nvPr/>
        </p:nvSpPr>
        <p:spPr>
          <a:xfrm>
            <a:off x="1237200" y="3064480"/>
            <a:ext cx="4500000" cy="1170000"/>
          </a:xfrm>
          <a:prstGeom prst="rect">
            <a:avLst/>
          </a:prstGeom>
          <a:noFill/>
        </p:spPr>
        <p:txBody>
          <a:bodyPr wrap="square" lIns="0" tIns="0" rIns="0" bIns="0" anchor="ctr">
            <a:spAutoFit/>
          </a:bodyPr>
          <a:lstStyle/>
          <a:p>
            <a:pPr algn="l">
              <a:spcAft>
                <a:spcPts val="400"/>
              </a:spcAft>
            </a:pPr>
            <a:r>
              <a:rPr sz="1400" b="1" i="0">
                <a:solidFill>
                  <a:srgbClr val="3B3758"/>
                </a:solidFill>
                <a:latin typeface="Inter SemiBold"/>
              </a:rPr>
              <a:t>Source of truth</a:t>
            </a:r>
          </a:p>
          <a:p>
            <a:pPr algn="l">
              <a:lnSpc>
                <a:spcPct val="106000"/>
              </a:lnSpc>
            </a:pPr>
            <a:r>
              <a:rPr sz="1150" b="0" i="0">
                <a:solidFill>
                  <a:srgbClr val="333333"/>
                </a:solidFill>
                <a:latin typeface="Inter"/>
              </a:rPr>
              <a:t>Confirm the certification level for the PNC_ANALYTICS staging views.</a:t>
            </a:r>
          </a:p>
        </p:txBody>
      </p:sp>
      <p:sp>
        <p:nvSpPr>
          <p:cNvPr id="13" name="Rounded Rectangle 12"/>
          <p:cNvSpPr/>
          <p:nvPr/>
        </p:nvSpPr>
        <p:spPr>
          <a:xfrm>
            <a:off x="6284752" y="2974480"/>
            <a:ext cx="5450000" cy="133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Oval 13"/>
          <p:cNvSpPr/>
          <p:nvPr/>
        </p:nvSpPr>
        <p:spPr>
          <a:xfrm>
            <a:off x="6454752" y="3389480"/>
            <a:ext cx="500000" cy="50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Inter SemiBold"/>
              </a:rPr>
              <a:t>4</a:t>
            </a:r>
          </a:p>
        </p:txBody>
      </p:sp>
      <p:sp>
        <p:nvSpPr>
          <p:cNvPr id="15" name="TextBox 14"/>
          <p:cNvSpPr txBox="1"/>
          <p:nvPr/>
        </p:nvSpPr>
        <p:spPr>
          <a:xfrm>
            <a:off x="7064752" y="3064480"/>
            <a:ext cx="4500000" cy="1170000"/>
          </a:xfrm>
          <a:prstGeom prst="rect">
            <a:avLst/>
          </a:prstGeom>
          <a:noFill/>
        </p:spPr>
        <p:txBody>
          <a:bodyPr wrap="square" lIns="0" tIns="0" rIns="0" bIns="0" anchor="ctr">
            <a:spAutoFit/>
          </a:bodyPr>
          <a:lstStyle/>
          <a:p>
            <a:pPr algn="l">
              <a:spcAft>
                <a:spcPts val="400"/>
              </a:spcAft>
            </a:pPr>
            <a:r>
              <a:rPr sz="1400" b="1" i="0">
                <a:solidFill>
                  <a:srgbClr val="3B3758"/>
                </a:solidFill>
                <a:latin typeface="Inter SemiBold"/>
              </a:rPr>
              <a:t>Data Custodian</a:t>
            </a:r>
          </a:p>
          <a:p>
            <a:pPr algn="l">
              <a:lnSpc>
                <a:spcPct val="106000"/>
              </a:lnSpc>
            </a:pPr>
            <a:r>
              <a:rPr sz="1150" b="0" i="0">
                <a:solidFill>
                  <a:srgbClr val="333333"/>
                </a:solidFill>
                <a:latin typeface="Inter"/>
              </a:rPr>
              <a:t>Tell us the IT Data Custodian source so Ownership can reach full credit.</a:t>
            </a:r>
          </a:p>
        </p:txBody>
      </p:sp>
      <p:sp>
        <p:nvSpPr>
          <p:cNvPr id="16" name="Rounded Rectangle 15"/>
          <p:cNvSpPr/>
          <p:nvPr/>
        </p:nvSpPr>
        <p:spPr>
          <a:xfrm>
            <a:off x="457200" y="4394480"/>
            <a:ext cx="5450000" cy="133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Oval 16"/>
          <p:cNvSpPr/>
          <p:nvPr/>
        </p:nvSpPr>
        <p:spPr>
          <a:xfrm>
            <a:off x="627200" y="4809480"/>
            <a:ext cx="500000" cy="50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dirty="0">
                <a:solidFill>
                  <a:srgbClr val="FFFFFF"/>
                </a:solidFill>
                <a:latin typeface="Inter SemiBold"/>
              </a:rPr>
              <a:t>5</a:t>
            </a:r>
          </a:p>
        </p:txBody>
      </p:sp>
      <p:sp>
        <p:nvSpPr>
          <p:cNvPr id="18" name="TextBox 17"/>
          <p:cNvSpPr txBox="1"/>
          <p:nvPr/>
        </p:nvSpPr>
        <p:spPr>
          <a:xfrm>
            <a:off x="1237200" y="4484480"/>
            <a:ext cx="4500000" cy="1170000"/>
          </a:xfrm>
          <a:prstGeom prst="rect">
            <a:avLst/>
          </a:prstGeom>
          <a:noFill/>
        </p:spPr>
        <p:txBody>
          <a:bodyPr wrap="square" lIns="0" tIns="0" rIns="0" bIns="0" anchor="ctr">
            <a:spAutoFit/>
          </a:bodyPr>
          <a:lstStyle/>
          <a:p>
            <a:pPr algn="l">
              <a:spcAft>
                <a:spcPts val="400"/>
              </a:spcAft>
            </a:pPr>
            <a:r>
              <a:rPr sz="1400" b="1" i="0">
                <a:solidFill>
                  <a:srgbClr val="3B3758"/>
                </a:solidFill>
                <a:latin typeface="Inter SemiBold"/>
              </a:rPr>
              <a:t>DQ measurement layer</a:t>
            </a:r>
          </a:p>
          <a:p>
            <a:pPr algn="l">
              <a:lnSpc>
                <a:spcPct val="106000"/>
              </a:lnSpc>
            </a:pPr>
            <a:r>
              <a:rPr sz="1150" b="0" i="0">
                <a:solidFill>
                  <a:srgbClr val="333333"/>
                </a:solidFill>
                <a:latin typeface="Inter"/>
              </a:rPr>
              <a:t>Confirm which pipeline layer (Bronze, Silver or Gold) current DQ rules target.</a:t>
            </a:r>
          </a:p>
        </p:txBody>
      </p:sp>
      <p:sp>
        <p:nvSpPr>
          <p:cNvPr id="19" name="Rounded Rectangle 18"/>
          <p:cNvSpPr/>
          <p:nvPr/>
        </p:nvSpPr>
        <p:spPr>
          <a:xfrm>
            <a:off x="6284752" y="4394480"/>
            <a:ext cx="5450000" cy="1330000"/>
          </a:xfrm>
          <a:prstGeom prst="roundRect">
            <a:avLst>
              <a:gd name="adj" fmla="val 5000"/>
            </a:avLst>
          </a:prstGeom>
          <a:solidFill>
            <a:srgbClr val="F2F4FB"/>
          </a:solidFill>
          <a:ln w="12700">
            <a:solidFill>
              <a:srgbClr val="D9DD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Oval 19"/>
          <p:cNvSpPr/>
          <p:nvPr/>
        </p:nvSpPr>
        <p:spPr>
          <a:xfrm>
            <a:off x="6454752" y="4809480"/>
            <a:ext cx="500000" cy="500000"/>
          </a:xfrm>
          <a:prstGeom prst="ellipse">
            <a:avLst/>
          </a:prstGeom>
          <a:solidFill>
            <a:srgbClr val="0022A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Inter SemiBold"/>
              </a:rPr>
              <a:t>6</a:t>
            </a:r>
          </a:p>
        </p:txBody>
      </p:sp>
      <p:sp>
        <p:nvSpPr>
          <p:cNvPr id="21" name="TextBox 20"/>
          <p:cNvSpPr txBox="1"/>
          <p:nvPr/>
        </p:nvSpPr>
        <p:spPr>
          <a:xfrm>
            <a:off x="7064752" y="4754297"/>
            <a:ext cx="4500000" cy="630365"/>
          </a:xfrm>
          <a:prstGeom prst="rect">
            <a:avLst/>
          </a:prstGeom>
          <a:noFill/>
        </p:spPr>
        <p:txBody>
          <a:bodyPr wrap="square" lIns="0" tIns="0" rIns="0" bIns="0" anchor="ctr">
            <a:spAutoFit/>
          </a:bodyPr>
          <a:lstStyle/>
          <a:p>
            <a:pPr algn="l">
              <a:spcAft>
                <a:spcPts val="400"/>
              </a:spcAft>
            </a:pPr>
            <a:r>
              <a:rPr sz="1400" b="1" i="0" dirty="0">
                <a:solidFill>
                  <a:srgbClr val="3B3758"/>
                </a:solidFill>
                <a:latin typeface="Inter SemiBold"/>
              </a:rPr>
              <a:t>Governance</a:t>
            </a:r>
          </a:p>
          <a:p>
            <a:pPr algn="l">
              <a:lnSpc>
                <a:spcPct val="106000"/>
              </a:lnSpc>
            </a:pPr>
            <a:r>
              <a:rPr sz="1150" b="0" i="0" dirty="0">
                <a:solidFill>
                  <a:srgbClr val="333333"/>
                </a:solidFill>
                <a:latin typeface="Inter"/>
              </a:rPr>
              <a:t>Agree who owns the score and can change weights over </a:t>
            </a:r>
            <a:r>
              <a:rPr lang="en-US" sz="1150" b="0" i="0" dirty="0">
                <a:solidFill>
                  <a:srgbClr val="333333"/>
                </a:solidFill>
                <a:latin typeface="Inter"/>
              </a:rPr>
              <a:t>time and</a:t>
            </a:r>
            <a:r>
              <a:rPr sz="1150" b="0" i="0" dirty="0">
                <a:solidFill>
                  <a:srgbClr val="333333"/>
                </a:solidFill>
                <a:latin typeface="Inter"/>
              </a:rPr>
              <a:t> approve the five bands with Certified at 90+.</a:t>
            </a:r>
          </a:p>
        </p:txBody>
      </p:sp>
      <p:sp>
        <p:nvSpPr>
          <p:cNvPr id="23" name="TextBox 22"/>
          <p:cNvSpPr txBox="1"/>
          <p:nvPr/>
        </p:nvSpPr>
        <p:spPr>
          <a:xfrm>
            <a:off x="9480000" y="6265000"/>
            <a:ext cx="520000" cy="240000"/>
          </a:xfrm>
          <a:prstGeom prst="rect">
            <a:avLst/>
          </a:prstGeom>
          <a:noFill/>
        </p:spPr>
        <p:txBody>
          <a:bodyPr wrap="square" lIns="0" tIns="0" rIns="0" bIns="0" anchor="ctr">
            <a:spAutoFit/>
          </a:bodyPr>
          <a:lstStyle/>
          <a:p>
            <a:pPr algn="r"/>
            <a:r>
              <a:rPr sz="850" b="0" i="0">
                <a:solidFill>
                  <a:srgbClr val="6B6B6B"/>
                </a:solidFill>
                <a:latin typeface="Inter"/>
              </a:rPr>
              <a:t>11</a:t>
            </a:r>
          </a:p>
        </p:txBody>
      </p:sp>
    </p:spTree>
  </p:cSld>
  <p:clrMapOvr>
    <a:masterClrMapping/>
  </p:clrMapOvr>
</p:sld>
</file>

<file path=ppt/theme/theme1.xml><?xml version="1.0" encoding="utf-8"?>
<a:theme xmlns:a="http://schemas.openxmlformats.org/drawingml/2006/main" name="WBD_2022">
  <a:themeElements>
    <a:clrScheme name="WBD">
      <a:dk1>
        <a:srgbClr val="000000"/>
      </a:dk1>
      <a:lt1>
        <a:srgbClr val="FFFFFF"/>
      </a:lt1>
      <a:dk2>
        <a:srgbClr val="808080"/>
      </a:dk2>
      <a:lt2>
        <a:srgbClr val="4E4E4E"/>
      </a:lt2>
      <a:accent1>
        <a:srgbClr val="0022AF"/>
      </a:accent1>
      <a:accent2>
        <a:srgbClr val="015CFE"/>
      </a:accent2>
      <a:accent3>
        <a:srgbClr val="5128F2"/>
      </a:accent3>
      <a:accent4>
        <a:srgbClr val="007E1C"/>
      </a:accent4>
      <a:accent5>
        <a:srgbClr val="9000E8"/>
      </a:accent5>
      <a:accent6>
        <a:srgbClr val="FF8A35"/>
      </a:accent6>
      <a:hlink>
        <a:srgbClr val="2183EA"/>
      </a:hlink>
      <a:folHlink>
        <a:srgbClr val="093461"/>
      </a:folHlink>
    </a:clrScheme>
    <a:fontScheme name="Custom 4">
      <a:majorFont>
        <a:latin typeface="Inter SemiBold"/>
        <a:ea typeface=""/>
        <a:cs typeface=""/>
      </a:majorFont>
      <a:minorFont>
        <a:latin typeface="Inter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rgbClr val="4E4E4E"/>
            </a:solidFill>
            <a:ea typeface="Noto Sans" panose="020B0502040504020204" pitchFamily="34" charset="0"/>
            <a:cs typeface="Noto Sans" panose="020B0502040504020204" pitchFamily="34" charset="0"/>
            <a:sym typeface="Aria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BD_2022">
  <a:themeElements>
    <a:clrScheme name="WBD">
      <a:dk1>
        <a:srgbClr val="000000"/>
      </a:dk1>
      <a:lt1>
        <a:srgbClr val="FFFFFF"/>
      </a:lt1>
      <a:dk2>
        <a:srgbClr val="808080"/>
      </a:dk2>
      <a:lt2>
        <a:srgbClr val="4E4E4E"/>
      </a:lt2>
      <a:accent1>
        <a:srgbClr val="0022AF"/>
      </a:accent1>
      <a:accent2>
        <a:srgbClr val="015CFE"/>
      </a:accent2>
      <a:accent3>
        <a:srgbClr val="5128F2"/>
      </a:accent3>
      <a:accent4>
        <a:srgbClr val="007E1C"/>
      </a:accent4>
      <a:accent5>
        <a:srgbClr val="9000E8"/>
      </a:accent5>
      <a:accent6>
        <a:srgbClr val="FF8A35"/>
      </a:accent6>
      <a:hlink>
        <a:srgbClr val="2183EA"/>
      </a:hlink>
      <a:folHlink>
        <a:srgbClr val="093461"/>
      </a:folHlink>
    </a:clrScheme>
    <a:fontScheme name="Custom 4">
      <a:majorFont>
        <a:latin typeface="Inter SemiBold"/>
        <a:ea typeface=""/>
        <a:cs typeface=""/>
      </a:majorFont>
      <a:minorFont>
        <a:latin typeface="Inter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rgbClr val="4E4E4E"/>
            </a:solidFill>
            <a:ea typeface="Noto Sans" panose="020B0502040504020204" pitchFamily="34" charset="0"/>
            <a:cs typeface="Noto Sans" panose="020B0502040504020204" pitchFamily="34" charset="0"/>
            <a:sym typeface="Aria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Flow_SignoffStatus xmlns="9f869858-309c-44d9-9800-79c86dfd2b87" xsi:nil="true"/>
    <lcf76f155ced4ddcb4097134ff3c332f xmlns="9f869858-309c-44d9-9800-79c86dfd2b87">
      <Terms xmlns="http://schemas.microsoft.com/office/infopath/2007/PartnerControls"/>
    </lcf76f155ced4ddcb4097134ff3c332f>
    <TaxCatchAll xmlns="16e76496-b3d1-4d53-a02a-b3ca0ed86eb5" xsi:nil="true"/>
    <_ip_UnifiedCompliancePolicyProperties xmlns="http://schemas.microsoft.com/sharepoint/v3" xsi:nil="true"/>
    <ApprovalType xmlns="9f869858-309c-44d9-9800-79c86dfd2b8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6C52743212AF84B8738D6E0C1FB7EC7" ma:contentTypeVersion="19" ma:contentTypeDescription="Create a new document." ma:contentTypeScope="" ma:versionID="85c7c5b05e81b0def7f636efa90a6f70">
  <xsd:schema xmlns:xsd="http://www.w3.org/2001/XMLSchema" xmlns:xs="http://www.w3.org/2001/XMLSchema" xmlns:p="http://schemas.microsoft.com/office/2006/metadata/properties" xmlns:ns1="http://schemas.microsoft.com/sharepoint/v3" xmlns:ns2="9f869858-309c-44d9-9800-79c86dfd2b87" xmlns:ns3="16e76496-b3d1-4d53-a02a-b3ca0ed86eb5" targetNamespace="http://schemas.microsoft.com/office/2006/metadata/properties" ma:root="true" ma:fieldsID="b4c5aa39d05285a1bfe85614d782a673" ns1:_="" ns2:_="" ns3:_="">
    <xsd:import namespace="http://schemas.microsoft.com/sharepoint/v3"/>
    <xsd:import namespace="9f869858-309c-44d9-9800-79c86dfd2b87"/>
    <xsd:import namespace="16e76496-b3d1-4d53-a02a-b3ca0ed86eb5"/>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_Flow_SignoffStatus" minOccurs="0"/>
                <xsd:element ref="ns2:MediaServiceSearchProperties" minOccurs="0"/>
                <xsd:element ref="ns1:_ip_UnifiedCompliancePolicyProperties" minOccurs="0"/>
                <xsd:element ref="ns1:_ip_UnifiedCompliancePolicyUIAction" minOccurs="0"/>
                <xsd:element ref="ns2:MediaServiceBillingMetadata" minOccurs="0"/>
                <xsd:element ref="ns2:Approval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f869858-309c-44d9-9800-79c86dfd2b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0826ec5c-493e-4660-b891-f5a407c63b88"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_Flow_SignoffStatus" ma:index="21" nillable="true" ma:displayName="Sign-off status" ma:internalName="Sign_x002d_off_x0020_status">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ApprovalType" ma:index="26" nillable="true" ma:displayName="Approval Type" ma:description="Task for which approval is referred to" ma:format="Dropdown" ma:internalName="ApprovalTyp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6e76496-b3d1-4d53-a02a-b3ca0ed86eb5"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4b01f17-b491-4af0-ae86-df6be0e4921c}" ma:internalName="TaxCatchAll" ma:showField="CatchAllData" ma:web="16e76496-b3d1-4d53-a02a-b3ca0ed86eb5">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00030F-3820-4223-84C3-85095A5869D7}">
  <ds:schemaRefs>
    <ds:schemaRef ds:uri="http://purl.org/dc/terms/"/>
    <ds:schemaRef ds:uri="http://schemas.microsoft.com/office/2006/metadata/properties"/>
    <ds:schemaRef ds:uri="9f869858-309c-44d9-9800-79c86dfd2b87"/>
    <ds:schemaRef ds:uri="http://schemas.microsoft.com/office/2006/documentManagement/types"/>
    <ds:schemaRef ds:uri="http://purl.org/dc/elements/1.1/"/>
    <ds:schemaRef ds:uri="http://schemas.openxmlformats.org/package/2006/metadata/core-properties"/>
    <ds:schemaRef ds:uri="http://www.w3.org/XML/1998/namespace"/>
    <ds:schemaRef ds:uri="http://schemas.microsoft.com/sharepoint/v3"/>
    <ds:schemaRef ds:uri="http://schemas.microsoft.com/office/infopath/2007/PartnerControls"/>
    <ds:schemaRef ds:uri="16e76496-b3d1-4d53-a02a-b3ca0ed86eb5"/>
    <ds:schemaRef ds:uri="http://purl.org/dc/dcmitype/"/>
  </ds:schemaRefs>
</ds:datastoreItem>
</file>

<file path=customXml/itemProps2.xml><?xml version="1.0" encoding="utf-8"?>
<ds:datastoreItem xmlns:ds="http://schemas.openxmlformats.org/officeDocument/2006/customXml" ds:itemID="{2807C45F-8F5F-4420-BFB9-048CA1CBE74B}">
  <ds:schemaRefs>
    <ds:schemaRef ds:uri="http://schemas.microsoft.com/sharepoint/v3/contenttype/forms"/>
  </ds:schemaRefs>
</ds:datastoreItem>
</file>

<file path=customXml/itemProps3.xml><?xml version="1.0" encoding="utf-8"?>
<ds:datastoreItem xmlns:ds="http://schemas.openxmlformats.org/officeDocument/2006/customXml" ds:itemID="{DC0A6C18-FAB7-4BFE-85E1-6D37DA64014F}">
  <ds:schemaRefs>
    <ds:schemaRef ds:uri="16e76496-b3d1-4d53-a02a-b3ca0ed86eb5"/>
    <ds:schemaRef ds:uri="9f869858-309c-44d9-9800-79c86dfd2b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486</TotalTime>
  <Words>1162</Words>
  <Application>Microsoft Macintosh PowerPoint</Application>
  <PresentationFormat>Widescreen</PresentationFormat>
  <Paragraphs>183</Paragraphs>
  <Slides>11</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11</vt:i4>
      </vt:variant>
    </vt:vector>
  </HeadingPairs>
  <TitlesOfParts>
    <vt:vector size="22" baseType="lpstr">
      <vt:lpstr>Aptos</vt:lpstr>
      <vt:lpstr>Arial</vt:lpstr>
      <vt:lpstr>Bebas Neue</vt:lpstr>
      <vt:lpstr>Calibri</vt:lpstr>
      <vt:lpstr>Inter</vt:lpstr>
      <vt:lpstr>Inter ExtraBold</vt:lpstr>
      <vt:lpstr>Inter Medium</vt:lpstr>
      <vt:lpstr>Inter SemiBold</vt:lpstr>
      <vt:lpstr>Tw Cen MT</vt:lpstr>
      <vt:lpstr>WBD_2022</vt:lpstr>
      <vt:lpstr>1_WBD_2022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Blake</dc:creator>
  <cp:lastModifiedBy>Worley, Darian</cp:lastModifiedBy>
  <cp:revision>2</cp:revision>
  <dcterms:created xsi:type="dcterms:W3CDTF">2024-12-11T16:01:52Z</dcterms:created>
  <dcterms:modified xsi:type="dcterms:W3CDTF">2026-07-02T20:49:51Z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2024-12-11T20:51:48Z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9b349f71-e6f5-48fb-9411-995cd9770f91</vt:lpwstr>
  </property>
  <property fmtid="{D5CDD505-2E9C-101B-9397-08002B2CF9AE}" pid="8" name="MSIP_Label_ea60d57e-af5b-4752-ac57-3e4f28ca11dc_ContentBits">
    <vt:lpwstr>0</vt:lpwstr>
  </property>
  <property fmtid="{D5CDD505-2E9C-101B-9397-08002B2CF9AE}" pid="9" name="ContentTypeId">
    <vt:lpwstr>0x010100F6C52743212AF84B8738D6E0C1FB7EC7</vt:lpwstr>
  </property>
  <property fmtid="{D5CDD505-2E9C-101B-9397-08002B2CF9AE}" pid="10" name="MediaServiceImageTags">
    <vt:lpwstr/>
  </property>
  <property fmtid="{D5CDD505-2E9C-101B-9397-08002B2CF9AE}" pid="11" name="MSIP_Label_6727f5b6-1fa7-4376-9113-d3bf343b02d6_Enabled">
    <vt:lpwstr>true</vt:lpwstr>
  </property>
  <property fmtid="{D5CDD505-2E9C-101B-9397-08002B2CF9AE}" pid="12" name="MSIP_Label_6727f5b6-1fa7-4376-9113-d3bf343b02d6_SetDate">
    <vt:lpwstr>2026-07-01T13:17:18Z</vt:lpwstr>
  </property>
  <property fmtid="{D5CDD505-2E9C-101B-9397-08002B2CF9AE}" pid="13" name="MSIP_Label_6727f5b6-1fa7-4376-9113-d3bf343b02d6_Method">
    <vt:lpwstr>Privileged</vt:lpwstr>
  </property>
  <property fmtid="{D5CDD505-2E9C-101B-9397-08002B2CF9AE}" pid="14" name="MSIP_Label_6727f5b6-1fa7-4376-9113-d3bf343b02d6_Name">
    <vt:lpwstr>WBD Internal</vt:lpwstr>
  </property>
  <property fmtid="{D5CDD505-2E9C-101B-9397-08002B2CF9AE}" pid="15" name="MSIP_Label_6727f5b6-1fa7-4376-9113-d3bf343b02d6_SiteId">
    <vt:lpwstr>0eb48825-e871-4459-bc72-d0ecd68f1f39</vt:lpwstr>
  </property>
  <property fmtid="{D5CDD505-2E9C-101B-9397-08002B2CF9AE}" pid="16" name="MSIP_Label_6727f5b6-1fa7-4376-9113-d3bf343b02d6_ActionId">
    <vt:lpwstr>e4144695-be95-406c-9129-3a2e513551bc</vt:lpwstr>
  </property>
  <property fmtid="{D5CDD505-2E9C-101B-9397-08002B2CF9AE}" pid="17" name="MSIP_Label_6727f5b6-1fa7-4376-9113-d3bf343b02d6_ContentBits">
    <vt:lpwstr>0</vt:lpwstr>
  </property>
  <property fmtid="{D5CDD505-2E9C-101B-9397-08002B2CF9AE}" pid="18" name="MSIP_Label_6727f5b6-1fa7-4376-9113-d3bf343b02d6_Tag">
    <vt:lpwstr>50, 0, 1, 1</vt:lpwstr>
  </property>
</Properties>
</file>